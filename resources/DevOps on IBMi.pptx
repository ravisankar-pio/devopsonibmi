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8" r:id="rId7"/>
    <p:sldId id="279" r:id="rId8"/>
    <p:sldId id="290" r:id="rId9"/>
    <p:sldId id="280" r:id="rId10"/>
    <p:sldId id="292" r:id="rId11"/>
    <p:sldId id="291" r:id="rId12"/>
    <p:sldId id="293" r:id="rId13"/>
    <p:sldId id="294" r:id="rId14"/>
    <p:sldId id="295" r:id="rId15"/>
    <p:sldId id="29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DADF405-2C45-47F8-AB63-80C3B00F57D0}">
          <p14:sldIdLst>
            <p14:sldId id="256"/>
            <p14:sldId id="257"/>
            <p14:sldId id="278"/>
            <p14:sldId id="279"/>
            <p14:sldId id="290"/>
            <p14:sldId id="280"/>
            <p14:sldId id="292"/>
            <p14:sldId id="291"/>
            <p14:sldId id="293"/>
            <p14:sldId id="294"/>
            <p14:sldId id="295"/>
            <p14:sldId id="29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sankar Pandian" userId="ed09f74a-2b53-4ce0-832d-148e0a91ef02" providerId="ADAL" clId="{4FC3A544-8656-49DB-B416-4290F4E89289}"/>
    <pc:docChg chg="modSld">
      <pc:chgData name="Ravisankar Pandian" userId="ed09f74a-2b53-4ce0-832d-148e0a91ef02" providerId="ADAL" clId="{4FC3A544-8656-49DB-B416-4290F4E89289}" dt="2024-05-31T02:42:39.243" v="5" actId="1076"/>
      <pc:docMkLst>
        <pc:docMk/>
      </pc:docMkLst>
      <pc:sldChg chg="addSp delSp modSp mod">
        <pc:chgData name="Ravisankar Pandian" userId="ed09f74a-2b53-4ce0-832d-148e0a91ef02" providerId="ADAL" clId="{4FC3A544-8656-49DB-B416-4290F4E89289}" dt="2024-05-31T02:42:39.243" v="5" actId="1076"/>
        <pc:sldMkLst>
          <pc:docMk/>
          <pc:sldMk cId="2665125064" sldId="295"/>
        </pc:sldMkLst>
        <pc:picChg chg="add mod">
          <ac:chgData name="Ravisankar Pandian" userId="ed09f74a-2b53-4ce0-832d-148e0a91ef02" providerId="ADAL" clId="{4FC3A544-8656-49DB-B416-4290F4E89289}" dt="2024-05-31T02:42:39.243" v="5" actId="1076"/>
          <ac:picMkLst>
            <pc:docMk/>
            <pc:sldMk cId="2665125064" sldId="295"/>
            <ac:picMk id="3" creationId="{3D438F21-A04C-4EE7-CD26-23A9CD535F01}"/>
          </ac:picMkLst>
        </pc:picChg>
        <pc:picChg chg="del">
          <ac:chgData name="Ravisankar Pandian" userId="ed09f74a-2b53-4ce0-832d-148e0a91ef02" providerId="ADAL" clId="{4FC3A544-8656-49DB-B416-4290F4E89289}" dt="2024-05-31T02:41:54.360" v="0" actId="478"/>
          <ac:picMkLst>
            <pc:docMk/>
            <pc:sldMk cId="2665125064" sldId="295"/>
            <ac:picMk id="1026" creationId="{BE3F6ACA-D03C-733B-92CE-93AD671A66B2}"/>
          </ac:picMkLst>
        </pc:picChg>
      </pc:sldChg>
    </pc:docChg>
  </pc:docChgLst>
  <pc:docChgLst>
    <pc:chgData name="Ravisankar Pandian" userId="ed09f74a-2b53-4ce0-832d-148e0a91ef02" providerId="ADAL" clId="{794513D6-2FDE-421E-814C-889AECDFBD53}"/>
    <pc:docChg chg="modSld">
      <pc:chgData name="Ravisankar Pandian" userId="ed09f74a-2b53-4ce0-832d-148e0a91ef02" providerId="ADAL" clId="{794513D6-2FDE-421E-814C-889AECDFBD53}" dt="2024-09-11T06:04:25.266" v="13" actId="20577"/>
      <pc:docMkLst>
        <pc:docMk/>
      </pc:docMkLst>
      <pc:sldChg chg="modSp mod">
        <pc:chgData name="Ravisankar Pandian" userId="ed09f74a-2b53-4ce0-832d-148e0a91ef02" providerId="ADAL" clId="{794513D6-2FDE-421E-814C-889AECDFBD53}" dt="2024-09-11T06:04:25.266" v="13" actId="20577"/>
        <pc:sldMkLst>
          <pc:docMk/>
          <pc:sldMk cId="420561970" sldId="292"/>
        </pc:sldMkLst>
        <pc:spChg chg="mod">
          <ac:chgData name="Ravisankar Pandian" userId="ed09f74a-2b53-4ce0-832d-148e0a91ef02" providerId="ADAL" clId="{794513D6-2FDE-421E-814C-889AECDFBD53}" dt="2024-09-11T06:04:25.266" v="13" actId="20577"/>
          <ac:spMkLst>
            <pc:docMk/>
            <pc:sldMk cId="420561970" sldId="292"/>
            <ac:spMk id="4" creationId="{DF828A0C-8F4D-8B4E-A992-36FED302A132}"/>
          </ac:spMkLst>
        </pc:spChg>
      </pc:sldChg>
    </pc:docChg>
  </pc:docChgLst>
  <pc:docChgLst>
    <pc:chgData name="Ravisankar Pandian" userId="ed09f74a-2b53-4ce0-832d-148e0a91ef02" providerId="ADAL" clId="{F90EED2A-78A7-4939-A5D9-9CD56D8FC3CA}"/>
    <pc:docChg chg="undo custSel addSld delSld modSld sldOrd modSection">
      <pc:chgData name="Ravisankar Pandian" userId="ed09f74a-2b53-4ce0-832d-148e0a91ef02" providerId="ADAL" clId="{F90EED2A-78A7-4939-A5D9-9CD56D8FC3CA}" dt="2024-05-14T16:44:19.507" v="6099" actId="20577"/>
      <pc:docMkLst>
        <pc:docMk/>
      </pc:docMkLst>
      <pc:sldChg chg="modSp mod">
        <pc:chgData name="Ravisankar Pandian" userId="ed09f74a-2b53-4ce0-832d-148e0a91ef02" providerId="ADAL" clId="{F90EED2A-78A7-4939-A5D9-9CD56D8FC3CA}" dt="2024-05-13T12:50:06.215" v="488" actId="20577"/>
        <pc:sldMkLst>
          <pc:docMk/>
          <pc:sldMk cId="342537927" sldId="256"/>
        </pc:sldMkLst>
        <pc:spChg chg="mod">
          <ac:chgData name="Ravisankar Pandian" userId="ed09f74a-2b53-4ce0-832d-148e0a91ef02" providerId="ADAL" clId="{F90EED2A-78A7-4939-A5D9-9CD56D8FC3CA}" dt="2024-05-13T12:14:55.399" v="122" actId="20577"/>
          <ac:spMkLst>
            <pc:docMk/>
            <pc:sldMk cId="342537927" sldId="256"/>
            <ac:spMk id="2" creationId="{2BDE7406-BB70-4DFF-9B27-EB53F8139830}"/>
          </ac:spMkLst>
        </pc:spChg>
        <pc:spChg chg="mod">
          <ac:chgData name="Ravisankar Pandian" userId="ed09f74a-2b53-4ce0-832d-148e0a91ef02" providerId="ADAL" clId="{F90EED2A-78A7-4939-A5D9-9CD56D8FC3CA}" dt="2024-05-13T12:13:14.703" v="19" actId="14100"/>
          <ac:spMkLst>
            <pc:docMk/>
            <pc:sldMk cId="342537927" sldId="256"/>
            <ac:spMk id="3" creationId="{E7299527-10B7-3CD4-B703-8F8D87E857C8}"/>
          </ac:spMkLst>
        </pc:spChg>
        <pc:spChg chg="mod">
          <ac:chgData name="Ravisankar Pandian" userId="ed09f74a-2b53-4ce0-832d-148e0a91ef02" providerId="ADAL" clId="{F90EED2A-78A7-4939-A5D9-9CD56D8FC3CA}" dt="2024-05-13T12:50:06.215" v="488" actId="20577"/>
          <ac:spMkLst>
            <pc:docMk/>
            <pc:sldMk cId="342537927" sldId="256"/>
            <ac:spMk id="5" creationId="{A08495AF-9702-CC07-9448-871F44227D6E}"/>
          </ac:spMkLst>
        </pc:spChg>
      </pc:sldChg>
      <pc:sldChg chg="modSp mod">
        <pc:chgData name="Ravisankar Pandian" userId="ed09f74a-2b53-4ce0-832d-148e0a91ef02" providerId="ADAL" clId="{F90EED2A-78A7-4939-A5D9-9CD56D8FC3CA}" dt="2024-05-14T16:44:19.507" v="6099" actId="20577"/>
        <pc:sldMkLst>
          <pc:docMk/>
          <pc:sldMk cId="1543194730" sldId="257"/>
        </pc:sldMkLst>
        <pc:spChg chg="mod">
          <ac:chgData name="Ravisankar Pandian" userId="ed09f74a-2b53-4ce0-832d-148e0a91ef02" providerId="ADAL" clId="{F90EED2A-78A7-4939-A5D9-9CD56D8FC3CA}" dt="2024-05-14T16:44:19.507" v="6099" actId="20577"/>
          <ac:spMkLst>
            <pc:docMk/>
            <pc:sldMk cId="1543194730" sldId="257"/>
            <ac:spMk id="8" creationId="{E2465CD1-47CE-7736-A1B3-B21E4BD2462E}"/>
          </ac:spMkLst>
        </pc:spChg>
        <pc:picChg chg="mod">
          <ac:chgData name="Ravisankar Pandian" userId="ed09f74a-2b53-4ce0-832d-148e0a91ef02" providerId="ADAL" clId="{F90EED2A-78A7-4939-A5D9-9CD56D8FC3CA}" dt="2024-05-14T12:45:48.362" v="5881" actId="1076"/>
          <ac:picMkLst>
            <pc:docMk/>
            <pc:sldMk cId="1543194730" sldId="257"/>
            <ac:picMk id="5" creationId="{08B3D9D7-9A13-2736-D671-99B879504AA2}"/>
          </ac:picMkLst>
        </pc:picChg>
      </pc:sldChg>
      <pc:sldChg chg="del">
        <pc:chgData name="Ravisankar Pandian" userId="ed09f74a-2b53-4ce0-832d-148e0a91ef02" providerId="ADAL" clId="{F90EED2A-78A7-4939-A5D9-9CD56D8FC3CA}" dt="2024-05-13T12:34:32.346" v="356" actId="2696"/>
        <pc:sldMkLst>
          <pc:docMk/>
          <pc:sldMk cId="1401070297" sldId="259"/>
        </pc:sldMkLst>
      </pc:sldChg>
      <pc:sldChg chg="delSp modSp mod">
        <pc:chgData name="Ravisankar Pandian" userId="ed09f74a-2b53-4ce0-832d-148e0a91ef02" providerId="ADAL" clId="{F90EED2A-78A7-4939-A5D9-9CD56D8FC3CA}" dt="2024-05-14T16:29:41.759" v="5994" actId="20577"/>
        <pc:sldMkLst>
          <pc:docMk/>
          <pc:sldMk cId="3982711201" sldId="277"/>
        </pc:sldMkLst>
        <pc:spChg chg="mod">
          <ac:chgData name="Ravisankar Pandian" userId="ed09f74a-2b53-4ce0-832d-148e0a91ef02" providerId="ADAL" clId="{F90EED2A-78A7-4939-A5D9-9CD56D8FC3CA}" dt="2024-05-14T16:29:41.759" v="5994" actId="20577"/>
          <ac:spMkLst>
            <pc:docMk/>
            <pc:sldMk cId="3982711201" sldId="277"/>
            <ac:spMk id="6" creationId="{ED79748E-0E43-9B86-383D-6B4C92D09E5D}"/>
          </ac:spMkLst>
        </pc:spChg>
        <pc:spChg chg="del mod">
          <ac:chgData name="Ravisankar Pandian" userId="ed09f74a-2b53-4ce0-832d-148e0a91ef02" providerId="ADAL" clId="{F90EED2A-78A7-4939-A5D9-9CD56D8FC3CA}" dt="2024-05-13T13:20:46.803" v="1415" actId="478"/>
          <ac:spMkLst>
            <pc:docMk/>
            <pc:sldMk cId="3982711201" sldId="277"/>
            <ac:spMk id="7" creationId="{160866D6-E5EB-A566-1514-1326CB3E56CC}"/>
          </ac:spMkLst>
        </pc:spChg>
      </pc:sldChg>
      <pc:sldChg chg="addSp modSp mod">
        <pc:chgData name="Ravisankar Pandian" userId="ed09f74a-2b53-4ce0-832d-148e0a91ef02" providerId="ADAL" clId="{F90EED2A-78A7-4939-A5D9-9CD56D8FC3CA}" dt="2024-05-13T13:07:07.943" v="1158" actId="2711"/>
        <pc:sldMkLst>
          <pc:docMk/>
          <pc:sldMk cId="3457135616" sldId="278"/>
        </pc:sldMkLst>
        <pc:spChg chg="add mod">
          <ac:chgData name="Ravisankar Pandian" userId="ed09f74a-2b53-4ce0-832d-148e0a91ef02" providerId="ADAL" clId="{F90EED2A-78A7-4939-A5D9-9CD56D8FC3CA}" dt="2024-05-13T13:05:41.447" v="1112" actId="1076"/>
          <ac:spMkLst>
            <pc:docMk/>
            <pc:sldMk cId="3457135616" sldId="278"/>
            <ac:spMk id="2" creationId="{4B13D7DC-C948-A52E-9CC0-4F3A7B585629}"/>
          </ac:spMkLst>
        </pc:spChg>
        <pc:spChg chg="mod">
          <ac:chgData name="Ravisankar Pandian" userId="ed09f74a-2b53-4ce0-832d-148e0a91ef02" providerId="ADAL" clId="{F90EED2A-78A7-4939-A5D9-9CD56D8FC3CA}" dt="2024-05-13T13:06:59.697" v="1157" actId="2711"/>
          <ac:spMkLst>
            <pc:docMk/>
            <pc:sldMk cId="3457135616" sldId="278"/>
            <ac:spMk id="3" creationId="{1087A90C-7D13-6850-07A6-76E6D0CB633A}"/>
          </ac:spMkLst>
        </pc:spChg>
        <pc:spChg chg="add mod">
          <ac:chgData name="Ravisankar Pandian" userId="ed09f74a-2b53-4ce0-832d-148e0a91ef02" providerId="ADAL" clId="{F90EED2A-78A7-4939-A5D9-9CD56D8FC3CA}" dt="2024-05-13T13:07:07.943" v="1158" actId="2711"/>
          <ac:spMkLst>
            <pc:docMk/>
            <pc:sldMk cId="3457135616" sldId="278"/>
            <ac:spMk id="4" creationId="{AFAF210A-52D6-3357-1DA9-7C433C7B9E3C}"/>
          </ac:spMkLst>
        </pc:spChg>
        <pc:spChg chg="mod">
          <ac:chgData name="Ravisankar Pandian" userId="ed09f74a-2b53-4ce0-832d-148e0a91ef02" providerId="ADAL" clId="{F90EED2A-78A7-4939-A5D9-9CD56D8FC3CA}" dt="2024-05-13T12:34:38.215" v="362" actId="20577"/>
          <ac:spMkLst>
            <pc:docMk/>
            <pc:sldMk cId="3457135616" sldId="278"/>
            <ac:spMk id="11" creationId="{8722BF90-DD4C-8B7C-3A85-9280F0D3BCD2}"/>
          </ac:spMkLst>
        </pc:spChg>
        <pc:picChg chg="mod">
          <ac:chgData name="Ravisankar Pandian" userId="ed09f74a-2b53-4ce0-832d-148e0a91ef02" providerId="ADAL" clId="{F90EED2A-78A7-4939-A5D9-9CD56D8FC3CA}" dt="2024-05-13T13:05:59.898" v="1120" actId="1076"/>
          <ac:picMkLst>
            <pc:docMk/>
            <pc:sldMk cId="3457135616" sldId="278"/>
            <ac:picMk id="9" creationId="{1AC484F0-B323-0E6C-AB43-79598E7FA76F}"/>
          </ac:picMkLst>
        </pc:picChg>
      </pc:sldChg>
      <pc:sldChg chg="addSp delSp modSp mod">
        <pc:chgData name="Ravisankar Pandian" userId="ed09f74a-2b53-4ce0-832d-148e0a91ef02" providerId="ADAL" clId="{F90EED2A-78A7-4939-A5D9-9CD56D8FC3CA}" dt="2024-05-13T13:49:20.496" v="2273" actId="1076"/>
        <pc:sldMkLst>
          <pc:docMk/>
          <pc:sldMk cId="2921659469" sldId="279"/>
        </pc:sldMkLst>
        <pc:spChg chg="mod">
          <ac:chgData name="Ravisankar Pandian" userId="ed09f74a-2b53-4ce0-832d-148e0a91ef02" providerId="ADAL" clId="{F90EED2A-78A7-4939-A5D9-9CD56D8FC3CA}" dt="2024-05-13T13:48:05.917" v="2262" actId="20577"/>
          <ac:spMkLst>
            <pc:docMk/>
            <pc:sldMk cId="2921659469" sldId="279"/>
            <ac:spMk id="3" creationId="{02084C14-CD75-57F4-3B58-D4A4276AFC37}"/>
          </ac:spMkLst>
        </pc:spChg>
        <pc:spChg chg="mod">
          <ac:chgData name="Ravisankar Pandian" userId="ed09f74a-2b53-4ce0-832d-148e0a91ef02" providerId="ADAL" clId="{F90EED2A-78A7-4939-A5D9-9CD56D8FC3CA}" dt="2024-05-13T13:06:23.443" v="1145" actId="20577"/>
          <ac:spMkLst>
            <pc:docMk/>
            <pc:sldMk cId="2921659469" sldId="279"/>
            <ac:spMk id="11" creationId="{AC744A58-5F56-831C-4BDB-14715C06CAB4}"/>
          </ac:spMkLst>
        </pc:spChg>
        <pc:picChg chg="add mod">
          <ac:chgData name="Ravisankar Pandian" userId="ed09f74a-2b53-4ce0-832d-148e0a91ef02" providerId="ADAL" clId="{F90EED2A-78A7-4939-A5D9-9CD56D8FC3CA}" dt="2024-05-13T13:49:20.496" v="2273" actId="1076"/>
          <ac:picMkLst>
            <pc:docMk/>
            <pc:sldMk cId="2921659469" sldId="279"/>
            <ac:picMk id="10" creationId="{6A44F370-0A6D-5239-EA50-F77B8F8734C5}"/>
          </ac:picMkLst>
        </pc:picChg>
        <pc:picChg chg="del">
          <ac:chgData name="Ravisankar Pandian" userId="ed09f74a-2b53-4ce0-832d-148e0a91ef02" providerId="ADAL" clId="{F90EED2A-78A7-4939-A5D9-9CD56D8FC3CA}" dt="2024-05-13T13:06:35.875" v="1146" actId="478"/>
          <ac:picMkLst>
            <pc:docMk/>
            <pc:sldMk cId="2921659469" sldId="279"/>
            <ac:picMk id="16" creationId="{E0689571-F96C-3236-5186-E57B16E2CED5}"/>
          </ac:picMkLst>
        </pc:picChg>
        <pc:picChg chg="del">
          <ac:chgData name="Ravisankar Pandian" userId="ed09f74a-2b53-4ce0-832d-148e0a91ef02" providerId="ADAL" clId="{F90EED2A-78A7-4939-A5D9-9CD56D8FC3CA}" dt="2024-05-13T13:06:36.797" v="1147" actId="478"/>
          <ac:picMkLst>
            <pc:docMk/>
            <pc:sldMk cId="2921659469" sldId="279"/>
            <ac:picMk id="18" creationId="{3F9050DD-EFC5-D370-242C-C7AE567A3AA8}"/>
          </ac:picMkLst>
        </pc:picChg>
      </pc:sldChg>
      <pc:sldChg chg="addSp delSp modSp mod ord">
        <pc:chgData name="Ravisankar Pandian" userId="ed09f74a-2b53-4ce0-832d-148e0a91ef02" providerId="ADAL" clId="{F90EED2A-78A7-4939-A5D9-9CD56D8FC3CA}" dt="2024-05-14T12:20:31.555" v="4796" actId="1076"/>
        <pc:sldMkLst>
          <pc:docMk/>
          <pc:sldMk cId="2574282278" sldId="280"/>
        </pc:sldMkLst>
        <pc:spChg chg="add mod">
          <ac:chgData name="Ravisankar Pandian" userId="ed09f74a-2b53-4ce0-832d-148e0a91ef02" providerId="ADAL" clId="{F90EED2A-78A7-4939-A5D9-9CD56D8FC3CA}" dt="2024-05-14T11:08:17.827" v="2295" actId="33524"/>
          <ac:spMkLst>
            <pc:docMk/>
            <pc:sldMk cId="2574282278" sldId="280"/>
            <ac:spMk id="2" creationId="{FB3707C1-57CA-B62F-0068-CA42DC553106}"/>
          </ac:spMkLst>
        </pc:spChg>
        <pc:spChg chg="mod">
          <ac:chgData name="Ravisankar Pandian" userId="ed09f74a-2b53-4ce0-832d-148e0a91ef02" providerId="ADAL" clId="{F90EED2A-78A7-4939-A5D9-9CD56D8FC3CA}" dt="2024-05-14T11:07:56.378" v="2292" actId="20577"/>
          <ac:spMkLst>
            <pc:docMk/>
            <pc:sldMk cId="2574282278" sldId="280"/>
            <ac:spMk id="3" creationId="{24393865-60E5-0177-57E6-271512DD4F09}"/>
          </ac:spMkLst>
        </pc:spChg>
        <pc:spChg chg="mod">
          <ac:chgData name="Ravisankar Pandian" userId="ed09f74a-2b53-4ce0-832d-148e0a91ef02" providerId="ADAL" clId="{F90EED2A-78A7-4939-A5D9-9CD56D8FC3CA}" dt="2024-05-13T13:21:19.082" v="1446" actId="14100"/>
          <ac:spMkLst>
            <pc:docMk/>
            <pc:sldMk cId="2574282278" sldId="280"/>
            <ac:spMk id="4" creationId="{6CDF749E-98F0-F40A-F67C-4E14EA3AF3E9}"/>
          </ac:spMkLst>
        </pc:spChg>
        <pc:spChg chg="add mod">
          <ac:chgData name="Ravisankar Pandian" userId="ed09f74a-2b53-4ce0-832d-148e0a91ef02" providerId="ADAL" clId="{F90EED2A-78A7-4939-A5D9-9CD56D8FC3CA}" dt="2024-05-13T13:25:26.903" v="1623"/>
          <ac:spMkLst>
            <pc:docMk/>
            <pc:sldMk cId="2574282278" sldId="280"/>
            <ac:spMk id="5" creationId="{68F688D8-A3A3-4BCA-214F-CE8ED78FA781}"/>
          </ac:spMkLst>
        </pc:spChg>
        <pc:spChg chg="add mod">
          <ac:chgData name="Ravisankar Pandian" userId="ed09f74a-2b53-4ce0-832d-148e0a91ef02" providerId="ADAL" clId="{F90EED2A-78A7-4939-A5D9-9CD56D8FC3CA}" dt="2024-05-14T11:01:42.791" v="2288" actId="20577"/>
          <ac:spMkLst>
            <pc:docMk/>
            <pc:sldMk cId="2574282278" sldId="280"/>
            <ac:spMk id="8" creationId="{6F6C2B47-9212-BC43-3E0C-940202DA88BE}"/>
          </ac:spMkLst>
        </pc:spChg>
        <pc:picChg chg="del">
          <ac:chgData name="Ravisankar Pandian" userId="ed09f74a-2b53-4ce0-832d-148e0a91ef02" providerId="ADAL" clId="{F90EED2A-78A7-4939-A5D9-9CD56D8FC3CA}" dt="2024-05-13T13:19:40.130" v="1412" actId="478"/>
          <ac:picMkLst>
            <pc:docMk/>
            <pc:sldMk cId="2574282278" sldId="280"/>
            <ac:picMk id="9" creationId="{F307789D-5CC0-0B07-93B0-BD8D727D6EF4}"/>
          </ac:picMkLst>
        </pc:picChg>
        <pc:picChg chg="add mod">
          <ac:chgData name="Ravisankar Pandian" userId="ed09f74a-2b53-4ce0-832d-148e0a91ef02" providerId="ADAL" clId="{F90EED2A-78A7-4939-A5D9-9CD56D8FC3CA}" dt="2024-05-14T12:20:31.555" v="4796" actId="1076"/>
          <ac:picMkLst>
            <pc:docMk/>
            <pc:sldMk cId="2574282278" sldId="280"/>
            <ac:picMk id="11" creationId="{9D68B335-F31A-53CF-33E7-1A5FE7974AB9}"/>
          </ac:picMkLst>
        </pc:picChg>
      </pc:sldChg>
      <pc:sldChg chg="del">
        <pc:chgData name="Ravisankar Pandian" userId="ed09f74a-2b53-4ce0-832d-148e0a91ef02" providerId="ADAL" clId="{F90EED2A-78A7-4939-A5D9-9CD56D8FC3CA}" dt="2024-05-13T13:48:29.547" v="2263" actId="2696"/>
        <pc:sldMkLst>
          <pc:docMk/>
          <pc:sldMk cId="2468777429" sldId="281"/>
        </pc:sldMkLst>
      </pc:sldChg>
      <pc:sldChg chg="del">
        <pc:chgData name="Ravisankar Pandian" userId="ed09f74a-2b53-4ce0-832d-148e0a91ef02" providerId="ADAL" clId="{F90EED2A-78A7-4939-A5D9-9CD56D8FC3CA}" dt="2024-05-13T13:48:43.370" v="2266" actId="2696"/>
        <pc:sldMkLst>
          <pc:docMk/>
          <pc:sldMk cId="1001846270" sldId="282"/>
        </pc:sldMkLst>
      </pc:sldChg>
      <pc:sldChg chg="del">
        <pc:chgData name="Ravisankar Pandian" userId="ed09f74a-2b53-4ce0-832d-148e0a91ef02" providerId="ADAL" clId="{F90EED2A-78A7-4939-A5D9-9CD56D8FC3CA}" dt="2024-05-13T13:48:30.916" v="2264" actId="2696"/>
        <pc:sldMkLst>
          <pc:docMk/>
          <pc:sldMk cId="1325445264" sldId="283"/>
        </pc:sldMkLst>
      </pc:sldChg>
      <pc:sldChg chg="delSp add del mod">
        <pc:chgData name="Ravisankar Pandian" userId="ed09f74a-2b53-4ce0-832d-148e0a91ef02" providerId="ADAL" clId="{F90EED2A-78A7-4939-A5D9-9CD56D8FC3CA}" dt="2024-05-13T13:55:54.734" v="2274" actId="2696"/>
        <pc:sldMkLst>
          <pc:docMk/>
          <pc:sldMk cId="1667285951" sldId="284"/>
        </pc:sldMkLst>
        <pc:picChg chg="del">
          <ac:chgData name="Ravisankar Pandian" userId="ed09f74a-2b53-4ce0-832d-148e0a91ef02" providerId="ADAL" clId="{F90EED2A-78A7-4939-A5D9-9CD56D8FC3CA}" dt="2024-05-13T13:49:15.107" v="2271" actId="21"/>
          <ac:picMkLst>
            <pc:docMk/>
            <pc:sldMk cId="1667285951" sldId="284"/>
            <ac:picMk id="10" creationId="{6A44F370-0A6D-5239-EA50-F77B8F8734C5}"/>
          </ac:picMkLst>
        </pc:picChg>
      </pc:sldChg>
      <pc:sldChg chg="del">
        <pc:chgData name="Ravisankar Pandian" userId="ed09f74a-2b53-4ce0-832d-148e0a91ef02" providerId="ADAL" clId="{F90EED2A-78A7-4939-A5D9-9CD56D8FC3CA}" dt="2024-05-13T13:55:56.210" v="2275" actId="2696"/>
        <pc:sldMkLst>
          <pc:docMk/>
          <pc:sldMk cId="4109349897" sldId="285"/>
        </pc:sldMkLst>
      </pc:sldChg>
      <pc:sldChg chg="del">
        <pc:chgData name="Ravisankar Pandian" userId="ed09f74a-2b53-4ce0-832d-148e0a91ef02" providerId="ADAL" clId="{F90EED2A-78A7-4939-A5D9-9CD56D8FC3CA}" dt="2024-05-13T13:48:56.696" v="2268" actId="2696"/>
        <pc:sldMkLst>
          <pc:docMk/>
          <pc:sldMk cId="3852550575" sldId="286"/>
        </pc:sldMkLst>
      </pc:sldChg>
      <pc:sldChg chg="del">
        <pc:chgData name="Ravisankar Pandian" userId="ed09f74a-2b53-4ce0-832d-148e0a91ef02" providerId="ADAL" clId="{F90EED2A-78A7-4939-A5D9-9CD56D8FC3CA}" dt="2024-05-13T13:48:35.572" v="2265" actId="2696"/>
        <pc:sldMkLst>
          <pc:docMk/>
          <pc:sldMk cId="3726018209" sldId="287"/>
        </pc:sldMkLst>
      </pc:sldChg>
      <pc:sldChg chg="del">
        <pc:chgData name="Ravisankar Pandian" userId="ed09f74a-2b53-4ce0-832d-148e0a91ef02" providerId="ADAL" clId="{F90EED2A-78A7-4939-A5D9-9CD56D8FC3CA}" dt="2024-05-13T13:55:57.461" v="2276" actId="2696"/>
        <pc:sldMkLst>
          <pc:docMk/>
          <pc:sldMk cId="1465273691" sldId="288"/>
        </pc:sldMkLst>
      </pc:sldChg>
      <pc:sldChg chg="del">
        <pc:chgData name="Ravisankar Pandian" userId="ed09f74a-2b53-4ce0-832d-148e0a91ef02" providerId="ADAL" clId="{F90EED2A-78A7-4939-A5D9-9CD56D8FC3CA}" dt="2024-05-13T13:48:53.216" v="2267" actId="2696"/>
        <pc:sldMkLst>
          <pc:docMk/>
          <pc:sldMk cId="3068847184" sldId="289"/>
        </pc:sldMkLst>
      </pc:sldChg>
      <pc:sldChg chg="addSp delSp modSp add mod">
        <pc:chgData name="Ravisankar Pandian" userId="ed09f74a-2b53-4ce0-832d-148e0a91ef02" providerId="ADAL" clId="{F90EED2A-78A7-4939-A5D9-9CD56D8FC3CA}" dt="2024-05-14T12:06:53.702" v="4577" actId="1076"/>
        <pc:sldMkLst>
          <pc:docMk/>
          <pc:sldMk cId="87324113" sldId="290"/>
        </pc:sldMkLst>
        <pc:spChg chg="del">
          <ac:chgData name="Ravisankar Pandian" userId="ed09f74a-2b53-4ce0-832d-148e0a91ef02" providerId="ADAL" clId="{F90EED2A-78A7-4939-A5D9-9CD56D8FC3CA}" dt="2024-05-13T13:18:38.307" v="1404" actId="478"/>
          <ac:spMkLst>
            <pc:docMk/>
            <pc:sldMk cId="87324113" sldId="290"/>
            <ac:spMk id="3" creationId="{DEDF2A00-354A-7C83-274A-5B051A538660}"/>
          </ac:spMkLst>
        </pc:spChg>
        <pc:spChg chg="add mod">
          <ac:chgData name="Ravisankar Pandian" userId="ed09f74a-2b53-4ce0-832d-148e0a91ef02" providerId="ADAL" clId="{F90EED2A-78A7-4939-A5D9-9CD56D8FC3CA}" dt="2024-05-14T12:06:53.702" v="4577" actId="1076"/>
          <ac:spMkLst>
            <pc:docMk/>
            <pc:sldMk cId="87324113" sldId="290"/>
            <ac:spMk id="5" creationId="{5E6EB467-A40C-F1E1-926F-ACC6611BC340}"/>
          </ac:spMkLst>
        </pc:spChg>
        <pc:spChg chg="mod">
          <ac:chgData name="Ravisankar Pandian" userId="ed09f74a-2b53-4ce0-832d-148e0a91ef02" providerId="ADAL" clId="{F90EED2A-78A7-4939-A5D9-9CD56D8FC3CA}" dt="2024-05-13T13:18:32.861" v="1403" actId="20577"/>
          <ac:spMkLst>
            <pc:docMk/>
            <pc:sldMk cId="87324113" sldId="290"/>
            <ac:spMk id="11" creationId="{86044F1C-9F25-F5B1-832B-EAC229021432}"/>
          </ac:spMkLst>
        </pc:spChg>
        <pc:picChg chg="add mod">
          <ac:chgData name="Ravisankar Pandian" userId="ed09f74a-2b53-4ce0-832d-148e0a91ef02" providerId="ADAL" clId="{F90EED2A-78A7-4939-A5D9-9CD56D8FC3CA}" dt="2024-05-14T12:06:45.703" v="4576" actId="1076"/>
          <ac:picMkLst>
            <pc:docMk/>
            <pc:sldMk cId="87324113" sldId="290"/>
            <ac:picMk id="4" creationId="{395A488C-F360-08B8-AE79-AE6D97A9285F}"/>
          </ac:picMkLst>
        </pc:picChg>
      </pc:sldChg>
      <pc:sldChg chg="modSp add del mod">
        <pc:chgData name="Ravisankar Pandian" userId="ed09f74a-2b53-4ce0-832d-148e0a91ef02" providerId="ADAL" clId="{F90EED2A-78A7-4939-A5D9-9CD56D8FC3CA}" dt="2024-05-13T13:06:10.482" v="1121" actId="2696"/>
        <pc:sldMkLst>
          <pc:docMk/>
          <pc:sldMk cId="2379480070" sldId="290"/>
        </pc:sldMkLst>
        <pc:spChg chg="mod">
          <ac:chgData name="Ravisankar Pandian" userId="ed09f74a-2b53-4ce0-832d-148e0a91ef02" providerId="ADAL" clId="{F90EED2A-78A7-4939-A5D9-9CD56D8FC3CA}" dt="2024-05-13T13:05:11.019" v="1107" actId="113"/>
          <ac:spMkLst>
            <pc:docMk/>
            <pc:sldMk cId="2379480070" sldId="290"/>
            <ac:spMk id="3" creationId="{AE7D74B2-6D9E-8358-BCEE-7C4662F3E008}"/>
          </ac:spMkLst>
        </pc:spChg>
        <pc:spChg chg="mod">
          <ac:chgData name="Ravisankar Pandian" userId="ed09f74a-2b53-4ce0-832d-148e0a91ef02" providerId="ADAL" clId="{F90EED2A-78A7-4939-A5D9-9CD56D8FC3CA}" dt="2024-05-13T13:05:32.297" v="1110" actId="1076"/>
          <ac:spMkLst>
            <pc:docMk/>
            <pc:sldMk cId="2379480070" sldId="290"/>
            <ac:spMk id="11" creationId="{CB8EE540-1FF1-A80F-E8A6-A8975053BBF5}"/>
          </ac:spMkLst>
        </pc:spChg>
      </pc:sldChg>
      <pc:sldChg chg="addSp delSp modSp add mod">
        <pc:chgData name="Ravisankar Pandian" userId="ed09f74a-2b53-4ce0-832d-148e0a91ef02" providerId="ADAL" clId="{F90EED2A-78A7-4939-A5D9-9CD56D8FC3CA}" dt="2024-05-14T12:17:21.162" v="4702" actId="1076"/>
        <pc:sldMkLst>
          <pc:docMk/>
          <pc:sldMk cId="1745376459" sldId="291"/>
        </pc:sldMkLst>
        <pc:spChg chg="del">
          <ac:chgData name="Ravisankar Pandian" userId="ed09f74a-2b53-4ce0-832d-148e0a91ef02" providerId="ADAL" clId="{F90EED2A-78A7-4939-A5D9-9CD56D8FC3CA}" dt="2024-05-13T13:36:01.103" v="1987" actId="478"/>
          <ac:spMkLst>
            <pc:docMk/>
            <pc:sldMk cId="1745376459" sldId="291"/>
            <ac:spMk id="2" creationId="{4E47A226-A4AA-DA95-F271-0BE235F1BBA8}"/>
          </ac:spMkLst>
        </pc:spChg>
        <pc:spChg chg="mod">
          <ac:chgData name="Ravisankar Pandian" userId="ed09f74a-2b53-4ce0-832d-148e0a91ef02" providerId="ADAL" clId="{F90EED2A-78A7-4939-A5D9-9CD56D8FC3CA}" dt="2024-05-13T13:39:37.905" v="2206" actId="20577"/>
          <ac:spMkLst>
            <pc:docMk/>
            <pc:sldMk cId="1745376459" sldId="291"/>
            <ac:spMk id="3" creationId="{175C0C36-A3FD-3901-5920-50F7D5190E88}"/>
          </ac:spMkLst>
        </pc:spChg>
        <pc:spChg chg="mod">
          <ac:chgData name="Ravisankar Pandian" userId="ed09f74a-2b53-4ce0-832d-148e0a91ef02" providerId="ADAL" clId="{F90EED2A-78A7-4939-A5D9-9CD56D8FC3CA}" dt="2024-05-13T13:32:59.886" v="1905" actId="20577"/>
          <ac:spMkLst>
            <pc:docMk/>
            <pc:sldMk cId="1745376459" sldId="291"/>
            <ac:spMk id="4" creationId="{CFBD1446-1C75-63CC-BD7A-6442A9F96DD8}"/>
          </ac:spMkLst>
        </pc:spChg>
        <pc:spChg chg="del">
          <ac:chgData name="Ravisankar Pandian" userId="ed09f74a-2b53-4ce0-832d-148e0a91ef02" providerId="ADAL" clId="{F90EED2A-78A7-4939-A5D9-9CD56D8FC3CA}" dt="2024-05-13T13:35:59.958" v="1986" actId="478"/>
          <ac:spMkLst>
            <pc:docMk/>
            <pc:sldMk cId="1745376459" sldId="291"/>
            <ac:spMk id="8" creationId="{748567D3-5C97-B202-F0AE-2D886D8CC4CD}"/>
          </ac:spMkLst>
        </pc:spChg>
        <pc:picChg chg="add mod">
          <ac:chgData name="Ravisankar Pandian" userId="ed09f74a-2b53-4ce0-832d-148e0a91ef02" providerId="ADAL" clId="{F90EED2A-78A7-4939-A5D9-9CD56D8FC3CA}" dt="2024-05-14T12:17:21.162" v="4702" actId="1076"/>
          <ac:picMkLst>
            <pc:docMk/>
            <pc:sldMk cId="1745376459" sldId="291"/>
            <ac:picMk id="5" creationId="{D7CF7C7A-F14B-1C38-20A0-6F9266612ADE}"/>
          </ac:picMkLst>
        </pc:picChg>
      </pc:sldChg>
      <pc:sldChg chg="addSp delSp modSp add mod ord">
        <pc:chgData name="Ravisankar Pandian" userId="ed09f74a-2b53-4ce0-832d-148e0a91ef02" providerId="ADAL" clId="{F90EED2A-78A7-4939-A5D9-9CD56D8FC3CA}" dt="2024-05-14T12:15:04.526" v="4694" actId="1076"/>
        <pc:sldMkLst>
          <pc:docMk/>
          <pc:sldMk cId="420561970" sldId="292"/>
        </pc:sldMkLst>
        <pc:spChg chg="add mod">
          <ac:chgData name="Ravisankar Pandian" userId="ed09f74a-2b53-4ce0-832d-148e0a91ef02" providerId="ADAL" clId="{F90EED2A-78A7-4939-A5D9-9CD56D8FC3CA}" dt="2024-05-14T11:19:21.802" v="2421"/>
          <ac:spMkLst>
            <pc:docMk/>
            <pc:sldMk cId="420561970" sldId="292"/>
            <ac:spMk id="2" creationId="{56609C28-5689-5A02-B13A-C720976FE892}"/>
          </ac:spMkLst>
        </pc:spChg>
        <pc:spChg chg="mod">
          <ac:chgData name="Ravisankar Pandian" userId="ed09f74a-2b53-4ce0-832d-148e0a91ef02" providerId="ADAL" clId="{F90EED2A-78A7-4939-A5D9-9CD56D8FC3CA}" dt="2024-05-14T11:22:23.742" v="2796" actId="20577"/>
          <ac:spMkLst>
            <pc:docMk/>
            <pc:sldMk cId="420561970" sldId="292"/>
            <ac:spMk id="3" creationId="{741FC70E-97CF-22C4-E6DF-46098F0C37D7}"/>
          </ac:spMkLst>
        </pc:spChg>
        <pc:spChg chg="mod">
          <ac:chgData name="Ravisankar Pandian" userId="ed09f74a-2b53-4ce0-832d-148e0a91ef02" providerId="ADAL" clId="{F90EED2A-78A7-4939-A5D9-9CD56D8FC3CA}" dt="2024-05-14T11:25:18.178" v="2863" actId="20577"/>
          <ac:spMkLst>
            <pc:docMk/>
            <pc:sldMk cId="420561970" sldId="292"/>
            <ac:spMk id="4" creationId="{DF828A0C-8F4D-8B4E-A992-36FED302A132}"/>
          </ac:spMkLst>
        </pc:spChg>
        <pc:spChg chg="add mod">
          <ac:chgData name="Ravisankar Pandian" userId="ed09f74a-2b53-4ce0-832d-148e0a91ef02" providerId="ADAL" clId="{F90EED2A-78A7-4939-A5D9-9CD56D8FC3CA}" dt="2024-05-14T11:26:17.007" v="2865" actId="20577"/>
          <ac:spMkLst>
            <pc:docMk/>
            <pc:sldMk cId="420561970" sldId="292"/>
            <ac:spMk id="5" creationId="{B7999309-9177-3BF3-CDC6-C0C04166F581}"/>
          </ac:spMkLst>
        </pc:spChg>
        <pc:spChg chg="add mod">
          <ac:chgData name="Ravisankar Pandian" userId="ed09f74a-2b53-4ce0-832d-148e0a91ef02" providerId="ADAL" clId="{F90EED2A-78A7-4939-A5D9-9CD56D8FC3CA}" dt="2024-05-14T11:22:49.687" v="2846" actId="20577"/>
          <ac:spMkLst>
            <pc:docMk/>
            <pc:sldMk cId="420561970" sldId="292"/>
            <ac:spMk id="8" creationId="{4658016D-7714-95B9-6342-C2C68D869228}"/>
          </ac:spMkLst>
        </pc:spChg>
        <pc:spChg chg="add mod">
          <ac:chgData name="Ravisankar Pandian" userId="ed09f74a-2b53-4ce0-832d-148e0a91ef02" providerId="ADAL" clId="{F90EED2A-78A7-4939-A5D9-9CD56D8FC3CA}" dt="2024-05-14T11:26:51.740" v="2919" actId="20577"/>
          <ac:spMkLst>
            <pc:docMk/>
            <pc:sldMk cId="420561970" sldId="292"/>
            <ac:spMk id="9" creationId="{D009D5F7-8AED-C443-4945-0F8517711421}"/>
          </ac:spMkLst>
        </pc:spChg>
        <pc:picChg chg="add mod">
          <ac:chgData name="Ravisankar Pandian" userId="ed09f74a-2b53-4ce0-832d-148e0a91ef02" providerId="ADAL" clId="{F90EED2A-78A7-4939-A5D9-9CD56D8FC3CA}" dt="2024-05-14T12:09:34.725" v="4648" actId="1076"/>
          <ac:picMkLst>
            <pc:docMk/>
            <pc:sldMk cId="420561970" sldId="292"/>
            <ac:picMk id="11" creationId="{9F740E4A-7CC3-7F0D-D72F-9F9A4E109D9B}"/>
          </ac:picMkLst>
        </pc:picChg>
        <pc:picChg chg="add mod">
          <ac:chgData name="Ravisankar Pandian" userId="ed09f74a-2b53-4ce0-832d-148e0a91ef02" providerId="ADAL" clId="{F90EED2A-78A7-4939-A5D9-9CD56D8FC3CA}" dt="2024-05-14T12:09:51.970" v="4649"/>
          <ac:picMkLst>
            <pc:docMk/>
            <pc:sldMk cId="420561970" sldId="292"/>
            <ac:picMk id="15" creationId="{7C4FFC3E-21D3-834A-557D-949C31E9B086}"/>
          </ac:picMkLst>
        </pc:picChg>
        <pc:picChg chg="add mod">
          <ac:chgData name="Ravisankar Pandian" userId="ed09f74a-2b53-4ce0-832d-148e0a91ef02" providerId="ADAL" clId="{F90EED2A-78A7-4939-A5D9-9CD56D8FC3CA}" dt="2024-05-14T12:15:04.526" v="4694" actId="1076"/>
          <ac:picMkLst>
            <pc:docMk/>
            <pc:sldMk cId="420561970" sldId="292"/>
            <ac:picMk id="1026" creationId="{F2942A22-3435-CFD6-1E68-9591933C1C7B}"/>
          </ac:picMkLst>
        </pc:picChg>
        <pc:picChg chg="add del">
          <ac:chgData name="Ravisankar Pandian" userId="ed09f74a-2b53-4ce0-832d-148e0a91ef02" providerId="ADAL" clId="{F90EED2A-78A7-4939-A5D9-9CD56D8FC3CA}" dt="2024-05-14T12:11:42.615" v="4657" actId="478"/>
          <ac:picMkLst>
            <pc:docMk/>
            <pc:sldMk cId="420561970" sldId="292"/>
            <ac:picMk id="1028" creationId="{0E3E0F30-E8A9-079D-8E37-B3F2EA4BBBD6}"/>
          </ac:picMkLst>
        </pc:picChg>
        <pc:picChg chg="add mod">
          <ac:chgData name="Ravisankar Pandian" userId="ed09f74a-2b53-4ce0-832d-148e0a91ef02" providerId="ADAL" clId="{F90EED2A-78A7-4939-A5D9-9CD56D8FC3CA}" dt="2024-05-14T12:12:48.468" v="4665" actId="1076"/>
          <ac:picMkLst>
            <pc:docMk/>
            <pc:sldMk cId="420561970" sldId="292"/>
            <ac:picMk id="1030" creationId="{2E3AF0F2-14DC-FC55-F0DA-1006C1A190EF}"/>
          </ac:picMkLst>
        </pc:picChg>
        <pc:picChg chg="add mod">
          <ac:chgData name="Ravisankar Pandian" userId="ed09f74a-2b53-4ce0-832d-148e0a91ef02" providerId="ADAL" clId="{F90EED2A-78A7-4939-A5D9-9CD56D8FC3CA}" dt="2024-05-14T12:13:58.757" v="4678" actId="1076"/>
          <ac:picMkLst>
            <pc:docMk/>
            <pc:sldMk cId="420561970" sldId="292"/>
            <ac:picMk id="1032" creationId="{06CB4D5B-2239-289F-E50B-4580BD7CA267}"/>
          </ac:picMkLst>
        </pc:picChg>
      </pc:sldChg>
      <pc:sldChg chg="add del">
        <pc:chgData name="Ravisankar Pandian" userId="ed09f74a-2b53-4ce0-832d-148e0a91ef02" providerId="ADAL" clId="{F90EED2A-78A7-4939-A5D9-9CD56D8FC3CA}" dt="2024-05-13T14:01:22.781" v="2278" actId="47"/>
        <pc:sldMkLst>
          <pc:docMk/>
          <pc:sldMk cId="2381953475" sldId="292"/>
        </pc:sldMkLst>
      </pc:sldChg>
      <pc:sldChg chg="new del">
        <pc:chgData name="Ravisankar Pandian" userId="ed09f74a-2b53-4ce0-832d-148e0a91ef02" providerId="ADAL" clId="{F90EED2A-78A7-4939-A5D9-9CD56D8FC3CA}" dt="2024-05-14T11:09:16.484" v="2297" actId="680"/>
        <pc:sldMkLst>
          <pc:docMk/>
          <pc:sldMk cId="2820651073" sldId="292"/>
        </pc:sldMkLst>
      </pc:sldChg>
      <pc:sldChg chg="new del">
        <pc:chgData name="Ravisankar Pandian" userId="ed09f74a-2b53-4ce0-832d-148e0a91ef02" providerId="ADAL" clId="{F90EED2A-78A7-4939-A5D9-9CD56D8FC3CA}" dt="2024-05-14T11:37:24.537" v="2923" actId="2696"/>
        <pc:sldMkLst>
          <pc:docMk/>
          <pc:sldMk cId="2110912776" sldId="293"/>
        </pc:sldMkLst>
      </pc:sldChg>
      <pc:sldChg chg="modSp add mod">
        <pc:chgData name="Ravisankar Pandian" userId="ed09f74a-2b53-4ce0-832d-148e0a91ef02" providerId="ADAL" clId="{F90EED2A-78A7-4939-A5D9-9CD56D8FC3CA}" dt="2024-05-14T12:03:19.806" v="4470" actId="114"/>
        <pc:sldMkLst>
          <pc:docMk/>
          <pc:sldMk cId="3953193169" sldId="293"/>
        </pc:sldMkLst>
        <pc:spChg chg="mod">
          <ac:chgData name="Ravisankar Pandian" userId="ed09f74a-2b53-4ce0-832d-148e0a91ef02" providerId="ADAL" clId="{F90EED2A-78A7-4939-A5D9-9CD56D8FC3CA}" dt="2024-05-14T12:03:19.806" v="4470" actId="114"/>
          <ac:spMkLst>
            <pc:docMk/>
            <pc:sldMk cId="3953193169" sldId="293"/>
            <ac:spMk id="3" creationId="{BEF95B3F-908B-8345-7871-D77060846FC8}"/>
          </ac:spMkLst>
        </pc:spChg>
        <pc:spChg chg="mod">
          <ac:chgData name="Ravisankar Pandian" userId="ed09f74a-2b53-4ce0-832d-148e0a91ef02" providerId="ADAL" clId="{F90EED2A-78A7-4939-A5D9-9CD56D8FC3CA}" dt="2024-05-14T11:41:23.199" v="3023" actId="14100"/>
          <ac:spMkLst>
            <pc:docMk/>
            <pc:sldMk cId="3953193169" sldId="293"/>
            <ac:spMk id="4" creationId="{4CD1F55D-D03E-A3EF-4060-A346585103DD}"/>
          </ac:spMkLst>
        </pc:spChg>
      </pc:sldChg>
      <pc:sldChg chg="addSp delSp modSp add mod ord">
        <pc:chgData name="Ravisankar Pandian" userId="ed09f74a-2b53-4ce0-832d-148e0a91ef02" providerId="ADAL" clId="{F90EED2A-78A7-4939-A5D9-9CD56D8FC3CA}" dt="2024-05-14T14:01:37.672" v="5984" actId="732"/>
        <pc:sldMkLst>
          <pc:docMk/>
          <pc:sldMk cId="2888951602" sldId="294"/>
        </pc:sldMkLst>
        <pc:spChg chg="mod">
          <ac:chgData name="Ravisankar Pandian" userId="ed09f74a-2b53-4ce0-832d-148e0a91ef02" providerId="ADAL" clId="{F90EED2A-78A7-4939-A5D9-9CD56D8FC3CA}" dt="2024-05-14T12:47:40.187" v="5897" actId="20577"/>
          <ac:spMkLst>
            <pc:docMk/>
            <pc:sldMk cId="2888951602" sldId="294"/>
            <ac:spMk id="3" creationId="{8B8D2A41-0CCF-DF57-DFF9-B5F924346E31}"/>
          </ac:spMkLst>
        </pc:spChg>
        <pc:spChg chg="mod">
          <ac:chgData name="Ravisankar Pandian" userId="ed09f74a-2b53-4ce0-832d-148e0a91ef02" providerId="ADAL" clId="{F90EED2A-78A7-4939-A5D9-9CD56D8FC3CA}" dt="2024-05-14T12:19:07.591" v="4779" actId="14100"/>
          <ac:spMkLst>
            <pc:docMk/>
            <pc:sldMk cId="2888951602" sldId="294"/>
            <ac:spMk id="4" creationId="{87DA787D-4006-A211-E700-E2F3A2A6B47D}"/>
          </ac:spMkLst>
        </pc:spChg>
        <pc:picChg chg="del">
          <ac:chgData name="Ravisankar Pandian" userId="ed09f74a-2b53-4ce0-832d-148e0a91ef02" providerId="ADAL" clId="{F90EED2A-78A7-4939-A5D9-9CD56D8FC3CA}" dt="2024-05-14T12:19:14.320" v="4787" actId="478"/>
          <ac:picMkLst>
            <pc:docMk/>
            <pc:sldMk cId="2888951602" sldId="294"/>
            <ac:picMk id="5" creationId="{2225F91A-195B-AC62-3EB7-6D0184567D97}"/>
          </ac:picMkLst>
        </pc:picChg>
        <pc:picChg chg="add mod ord modCrop">
          <ac:chgData name="Ravisankar Pandian" userId="ed09f74a-2b53-4ce0-832d-148e0a91ef02" providerId="ADAL" clId="{F90EED2A-78A7-4939-A5D9-9CD56D8FC3CA}" dt="2024-05-14T14:01:37.672" v="5984" actId="732"/>
          <ac:picMkLst>
            <pc:docMk/>
            <pc:sldMk cId="2888951602" sldId="294"/>
            <ac:picMk id="8" creationId="{921A6275-F8E7-184D-A157-4FF573297831}"/>
          </ac:picMkLst>
        </pc:picChg>
      </pc:sldChg>
      <pc:sldChg chg="addSp delSp modSp add mod">
        <pc:chgData name="Ravisankar Pandian" userId="ed09f74a-2b53-4ce0-832d-148e0a91ef02" providerId="ADAL" clId="{F90EED2A-78A7-4939-A5D9-9CD56D8FC3CA}" dt="2024-05-14T16:41:36.298" v="6075" actId="1076"/>
        <pc:sldMkLst>
          <pc:docMk/>
          <pc:sldMk cId="2665125064" sldId="295"/>
        </pc:sldMkLst>
        <pc:spChg chg="del">
          <ac:chgData name="Ravisankar Pandian" userId="ed09f74a-2b53-4ce0-832d-148e0a91ef02" providerId="ADAL" clId="{F90EED2A-78A7-4939-A5D9-9CD56D8FC3CA}" dt="2024-05-14T12:48:10.172" v="5982" actId="478"/>
          <ac:spMkLst>
            <pc:docMk/>
            <pc:sldMk cId="2665125064" sldId="295"/>
            <ac:spMk id="3" creationId="{D8CDAD6F-3655-B3D8-7465-C59343E786EE}"/>
          </ac:spMkLst>
        </pc:spChg>
        <pc:spChg chg="mod">
          <ac:chgData name="Ravisankar Pandian" userId="ed09f74a-2b53-4ce0-832d-148e0a91ef02" providerId="ADAL" clId="{F90EED2A-78A7-4939-A5D9-9CD56D8FC3CA}" dt="2024-05-14T12:48:06.929" v="5981" actId="20577"/>
          <ac:spMkLst>
            <pc:docMk/>
            <pc:sldMk cId="2665125064" sldId="295"/>
            <ac:spMk id="4" creationId="{8A1B65F3-F01A-845F-68E3-7498AB4E148F}"/>
          </ac:spMkLst>
        </pc:spChg>
        <pc:picChg chg="del">
          <ac:chgData name="Ravisankar Pandian" userId="ed09f74a-2b53-4ce0-832d-148e0a91ef02" providerId="ADAL" clId="{F90EED2A-78A7-4939-A5D9-9CD56D8FC3CA}" dt="2024-05-14T12:48:11.842" v="5983" actId="478"/>
          <ac:picMkLst>
            <pc:docMk/>
            <pc:sldMk cId="2665125064" sldId="295"/>
            <ac:picMk id="8" creationId="{312D560B-757E-0713-91AA-553B844EC4B7}"/>
          </ac:picMkLst>
        </pc:picChg>
        <pc:picChg chg="add mod">
          <ac:chgData name="Ravisankar Pandian" userId="ed09f74a-2b53-4ce0-832d-148e0a91ef02" providerId="ADAL" clId="{F90EED2A-78A7-4939-A5D9-9CD56D8FC3CA}" dt="2024-05-14T16:41:36.298" v="6075" actId="1076"/>
          <ac:picMkLst>
            <pc:docMk/>
            <pc:sldMk cId="2665125064" sldId="295"/>
            <ac:picMk id="1026" creationId="{BE3F6ACA-D03C-733B-92CE-93AD671A66B2}"/>
          </ac:picMkLst>
        </pc:picChg>
      </pc:sldChg>
      <pc:sldChg chg="addSp modSp add mod">
        <pc:chgData name="Ravisankar Pandian" userId="ed09f74a-2b53-4ce0-832d-148e0a91ef02" providerId="ADAL" clId="{F90EED2A-78A7-4939-A5D9-9CD56D8FC3CA}" dt="2024-05-14T16:43:44.306" v="6093" actId="20577"/>
        <pc:sldMkLst>
          <pc:docMk/>
          <pc:sldMk cId="2673372282" sldId="296"/>
        </pc:sldMkLst>
        <pc:spChg chg="add mod">
          <ac:chgData name="Ravisankar Pandian" userId="ed09f74a-2b53-4ce0-832d-148e0a91ef02" providerId="ADAL" clId="{F90EED2A-78A7-4939-A5D9-9CD56D8FC3CA}" dt="2024-05-14T16:43:44.306" v="6093" actId="20577"/>
          <ac:spMkLst>
            <pc:docMk/>
            <pc:sldMk cId="2673372282" sldId="296"/>
            <ac:spMk id="3" creationId="{C10ADF87-347A-C953-1D68-EF2CFBDA3393}"/>
          </ac:spMkLst>
        </pc:spChg>
        <pc:spChg chg="mod">
          <ac:chgData name="Ravisankar Pandian" userId="ed09f74a-2b53-4ce0-832d-148e0a91ef02" providerId="ADAL" clId="{F90EED2A-78A7-4939-A5D9-9CD56D8FC3CA}" dt="2024-05-14T16:33:46.612" v="6008" actId="14100"/>
          <ac:spMkLst>
            <pc:docMk/>
            <pc:sldMk cId="2673372282" sldId="296"/>
            <ac:spMk id="4" creationId="{EE0B0B39-080E-ECFD-4F1D-9A657847454D}"/>
          </ac:spMkLst>
        </pc:spChg>
      </pc:sldChg>
      <pc:sldChg chg="addSp delSp modSp add del mod">
        <pc:chgData name="Ravisankar Pandian" userId="ed09f74a-2b53-4ce0-832d-148e0a91ef02" providerId="ADAL" clId="{F90EED2A-78A7-4939-A5D9-9CD56D8FC3CA}" dt="2024-05-14T16:43:22.875" v="6085" actId="2696"/>
        <pc:sldMkLst>
          <pc:docMk/>
          <pc:sldMk cId="729048338" sldId="297"/>
        </pc:sldMkLst>
        <pc:picChg chg="add mod">
          <ac:chgData name="Ravisankar Pandian" userId="ed09f74a-2b53-4ce0-832d-148e0a91ef02" providerId="ADAL" clId="{F90EED2A-78A7-4939-A5D9-9CD56D8FC3CA}" dt="2024-05-14T16:42:14.267" v="6084" actId="1076"/>
          <ac:picMkLst>
            <pc:docMk/>
            <pc:sldMk cId="729048338" sldId="297"/>
            <ac:picMk id="3" creationId="{A146C253-7C4C-CD60-A6F9-BB92C560E31E}"/>
          </ac:picMkLst>
        </pc:picChg>
        <pc:picChg chg="del">
          <ac:chgData name="Ravisankar Pandian" userId="ed09f74a-2b53-4ce0-832d-148e0a91ef02" providerId="ADAL" clId="{F90EED2A-78A7-4939-A5D9-9CD56D8FC3CA}" dt="2024-05-14T16:41:43.942" v="6077" actId="478"/>
          <ac:picMkLst>
            <pc:docMk/>
            <pc:sldMk cId="729048338" sldId="297"/>
            <ac:picMk id="1026" creationId="{7273121E-CCFF-3EAA-8E88-2EEE75AAA65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647918-9329-4B69-9A3A-26EAD6BE8C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9DB0F-1078-488D-909E-61E2D48DDD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3273E-3781-48D3-A31F-F752C7DB28AD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18FB9-A117-41A7-9616-7BE89482F4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B9E0C-8114-4701-A75F-949ECDCE5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6668F-AD0A-4839-90CA-BB3899115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92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CDE7A-5932-4913-9F1C-43B1E9CC019B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7F042-5089-4A59-963C-CE3B702D6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45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E113A-3F85-4F6A-A36D-A03246170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692A6-2E37-43DC-B5E0-53472AF0D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B27FF-077E-435C-BE1B-0ED8A71C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E5D1-9AAE-4E69-9355-139EF2F27780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2B570-378E-402B-A2E9-9DB2D597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D7359-B436-4AA8-B1AE-9F212541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6F966-4225-4387-8731-FEE8D9F5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31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92BA-BD3B-448B-B193-73C54831C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250CE-F469-405A-BB31-C37E2C325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CF547-F703-4F29-8DCD-674DA406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E5D1-9AAE-4E69-9355-139EF2F27780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FC0E4-5639-4E7B-B506-F2C4D9D8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E049C-B936-4D7F-A796-F52531DA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6F966-4225-4387-8731-FEE8D9F5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19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9144-E745-4C95-836E-0A316F23C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EBAFF-6510-49D0-A89C-7B1D918E5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ED6A2-F982-46AF-A9CE-9B6E7375B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E5D1-9AAE-4E69-9355-139EF2F27780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434C9-F21C-4AE3-A074-D1E0A2892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83397-9947-4A60-9951-F96CEA70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6F966-4225-4387-8731-FEE8D9F5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40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53769-4E14-4EF3-A589-568866649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11FE8-35BE-4293-B6D0-8DB5DAF7B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C4755-854E-4E62-A538-EEF63E845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BBBEC-8AFF-4300-8FE1-596CED45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E5D1-9AAE-4E69-9355-139EF2F27780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DCCBF-C633-48C0-B9F6-968DDEDB9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15A26-7B68-4E10-8647-67226FA2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6F966-4225-4387-8731-FEE8D9F5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3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2019-540D-4A2F-A10F-9E828BCBF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4619C-47BF-4901-9F88-C2BF7B579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09B2B-AC7D-43AA-91AE-A09BE7A42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6BF50-C0DF-4BFA-BB37-A236BDFF6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8358EA-BA31-4FB9-AAC9-720267C4F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D9582-D7F6-4937-8BE2-DE0F7E5D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E5D1-9AAE-4E69-9355-139EF2F27780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6E68BD-3865-4A87-9376-0C884E334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E49618-3A8B-419C-9AE6-053EA7E5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6F966-4225-4387-8731-FEE8D9F5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1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1750F-A1AB-42FE-BD10-721660F5F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7C0FF-0ADC-4694-9638-E56F848D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E5D1-9AAE-4E69-9355-139EF2F27780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00AEA-5A7B-4B25-A3CF-61452304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2B729-3880-4599-B625-52C5BA70A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6F966-4225-4387-8731-FEE8D9F5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7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745D51-8193-46CB-9DC1-825D03E94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E5D1-9AAE-4E69-9355-139EF2F27780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2F816F-6049-4DA0-82C9-4D8B335A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5EBEC-374C-4266-ADA1-73BC4BA6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6F966-4225-4387-8731-FEE8D9F5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31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1923B-055A-45FB-BCEA-C5B1F5CC2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AAA47-6892-4B16-89AA-2508AEBCD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20634-97BA-491F-810B-1FA345B75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62599-B0F1-4BEB-A702-58050B312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E5D1-9AAE-4E69-9355-139EF2F27780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98E3B-2711-407C-A030-77FFD52D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9F354-E944-4F8C-8134-F6A5178AF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6F966-4225-4387-8731-FEE8D9F5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5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DB2A-035B-4CF6-BA9C-D3FA46B4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7B967-F04E-4AE7-B7E7-4DD4164B9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805CA-D8E0-4E82-83B5-D613B7202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54282-7D08-486C-BC62-B467C0D9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E5D1-9AAE-4E69-9355-139EF2F27780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FA584-0455-4C90-9AB1-0C3E3D52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8EFE9-A947-4A00-A77D-A7C070C3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6F966-4225-4387-8731-FEE8D9F5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7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C7B7-2DC6-4B26-A6EF-051F8AE70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CC393-FD86-4A47-A316-120D0BF0B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3021E-C3ED-4D81-A6DD-C33C9C5CA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E5D1-9AAE-4E69-9355-139EF2F27780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0E250-6CB7-49E0-88D8-CBBE84629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FE7F2-1449-4B12-B76B-8F67B84E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6F966-4225-4387-8731-FEE8D9F5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6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6F4465-F6E0-4734-ADB2-7C6326CEF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2805B-DC0D-4B6C-8754-6D8B9D5A4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87395-E920-42CF-BB2E-FFEAE239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E5D1-9AAE-4E69-9355-139EF2F27780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1C1F6-2F39-4C1C-9EF8-E43D5A03C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48962-8550-4E7B-8879-5D3EDF09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6F966-4225-4387-8731-FEE8D9F5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9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D5EDD3-3340-4E2A-AB7E-5AC529798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3276B-07C8-44DD-95EE-95847D420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F8F11-16A7-4DDD-8CB3-84752FCA8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FE5D1-9AAE-4E69-9355-139EF2F27780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A42C8-B312-49EF-8BBF-BE4F77E58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A87B2-69B1-4095-A89F-CE4000E02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6F966-4225-4387-8731-FEE8D9F52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9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worksofliam/blog/issues/66" TargetMode="External"/><Relationship Id="rId3" Type="http://schemas.openxmlformats.org/officeDocument/2006/relationships/hyperlink" Target="https://devopscube.com/jenkins-2-tutorials-getting-started-guide/" TargetMode="External"/><Relationship Id="rId7" Type="http://schemas.openxmlformats.org/officeDocument/2006/relationships/hyperlink" Target="https://ibm.github.io/sourceorbit/#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gitbucket/gitbucket/wiki" TargetMode="External"/><Relationship Id="rId11" Type="http://schemas.openxmlformats.org/officeDocument/2006/relationships/hyperlink" Target="https://www.youtube.com/watch?v=SWYqp7iY_Tc" TargetMode="External"/><Relationship Id="rId5" Type="http://schemas.openxmlformats.org/officeDocument/2006/relationships/hyperlink" Target="https://github.com/worksofliam/blog/issues/43" TargetMode="External"/><Relationship Id="rId10" Type="http://schemas.openxmlformats.org/officeDocument/2006/relationships/hyperlink" Target="https://github.com/IBM/ibmi-ci" TargetMode="External"/><Relationship Id="rId4" Type="http://schemas.openxmlformats.org/officeDocument/2006/relationships/hyperlink" Target="https://www.jenkins.io/doc/pipeline/tour/hello-world/" TargetMode="External"/><Relationship Id="rId9" Type="http://schemas.openxmlformats.org/officeDocument/2006/relationships/hyperlink" Target="https://www.youtube.com/watch?v=t-9nOyBjjCU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E7406-BB70-4DFF-9B27-EB53F8139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0889" y="3112259"/>
            <a:ext cx="5765724" cy="1186003"/>
          </a:xfrm>
        </p:spPr>
        <p:txBody>
          <a:bodyPr anchor="b">
            <a:normAutofit fontScale="90000"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Modern Approach to take the Development on </a:t>
            </a:r>
            <a:r>
              <a:rPr lang="en-US" sz="3600" dirty="0" err="1">
                <a:solidFill>
                  <a:schemeClr val="bg1"/>
                </a:solidFill>
              </a:rPr>
              <a:t>IBMi</a:t>
            </a:r>
            <a:r>
              <a:rPr lang="en-US" sz="3600" dirty="0">
                <a:solidFill>
                  <a:schemeClr val="bg1"/>
                </a:solidFill>
              </a:rPr>
              <a:t> to the next level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1EC9FA-40B1-4BB6-A853-F743CC317F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5" t="25136" r="10918" b="29154"/>
          <a:stretch/>
        </p:blipFill>
        <p:spPr>
          <a:xfrm>
            <a:off x="12832" y="1926848"/>
            <a:ext cx="5287170" cy="133678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7299527-10B7-3CD4-B703-8F8D87E857C8}"/>
              </a:ext>
            </a:extLst>
          </p:cNvPr>
          <p:cNvSpPr txBox="1">
            <a:spLocks/>
          </p:cNvSpPr>
          <p:nvPr/>
        </p:nvSpPr>
        <p:spPr>
          <a:xfrm>
            <a:off x="6024154" y="653144"/>
            <a:ext cx="5909418" cy="22485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DevOps on </a:t>
            </a:r>
            <a:r>
              <a:rPr lang="en-US" dirty="0" err="1">
                <a:solidFill>
                  <a:schemeClr val="bg1"/>
                </a:solidFill>
              </a:rPr>
              <a:t>IBMi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8495AF-9702-CC07-9448-871F44227D6E}"/>
              </a:ext>
            </a:extLst>
          </p:cNvPr>
          <p:cNvSpPr txBox="1">
            <a:spLocks/>
          </p:cNvSpPr>
          <p:nvPr/>
        </p:nvSpPr>
        <p:spPr>
          <a:xfrm>
            <a:off x="6167848" y="3429000"/>
            <a:ext cx="5765724" cy="11860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37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2465CD1-47CE-7736-A1B3-B21E4BD2462E}"/>
              </a:ext>
            </a:extLst>
          </p:cNvPr>
          <p:cNvSpPr txBox="1"/>
          <p:nvPr/>
        </p:nvSpPr>
        <p:spPr>
          <a:xfrm>
            <a:off x="1197858" y="1335140"/>
            <a:ext cx="7171667" cy="489364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  "/>
                <a:ea typeface="ＭＳ Ｐゴシック" panose="020B0600070205080204" pitchFamily="34" charset="-128"/>
              </a:rPr>
              <a:t>The what and why of DevOps?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  "/>
                <a:ea typeface="ＭＳ Ｐゴシック" panose="020B0600070205080204" pitchFamily="34" charset="-128"/>
              </a:rPr>
              <a:t>Integral Parts of DevOps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  "/>
                <a:ea typeface="ＭＳ Ｐゴシック" panose="020B0600070205080204" pitchFamily="34" charset="-128"/>
              </a:rPr>
              <a:t>Git it done!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>
                <a:latin typeface="Calibri  "/>
                <a:ea typeface="ＭＳ Ｐゴシック" panose="020B0600070205080204" pitchFamily="34" charset="-128"/>
              </a:rPr>
              <a:t>Flavours</a:t>
            </a:r>
            <a:r>
              <a:rPr lang="en-US" altLang="en-US" sz="2400" dirty="0">
                <a:latin typeface="Calibri  "/>
                <a:ea typeface="ＭＳ Ｐゴシック" panose="020B0600070205080204" pitchFamily="34" charset="-128"/>
              </a:rPr>
              <a:t> of Git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  "/>
                <a:ea typeface="ＭＳ Ｐゴシック" panose="020B0600070205080204" pitchFamily="34" charset="-128"/>
              </a:rPr>
              <a:t>GitHub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  "/>
                <a:ea typeface="ＭＳ Ｐゴシック" panose="020B0600070205080204" pitchFamily="34" charset="-128"/>
              </a:rPr>
              <a:t>Jenkins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  "/>
                <a:ea typeface="ＭＳ Ｐゴシック" panose="020B0600070205080204" pitchFamily="34" charset="-128"/>
              </a:rPr>
              <a:t>A Modern </a:t>
            </a:r>
            <a:r>
              <a:rPr lang="en-US" altLang="en-US" sz="2400" dirty="0">
                <a:latin typeface="Calibri  "/>
                <a:ea typeface="ＭＳ Ｐゴシック" panose="020B0600070205080204" pitchFamily="34" charset="-128"/>
              </a:rPr>
              <a:t>workflow for </a:t>
            </a:r>
            <a:r>
              <a:rPr lang="en-US" altLang="en-US" sz="2400" dirty="0" err="1">
                <a:latin typeface="Calibri  "/>
                <a:ea typeface="ＭＳ Ｐゴシック" panose="020B0600070205080204" pitchFamily="34" charset="-128"/>
              </a:rPr>
              <a:t>IBMi</a:t>
            </a:r>
            <a:r>
              <a:rPr lang="en-US" altLang="en-US" sz="2400" dirty="0">
                <a:latin typeface="Calibri  "/>
                <a:ea typeface="ＭＳ Ｐゴシック" panose="020B0600070205080204" pitchFamily="34" charset="-128"/>
              </a:rPr>
              <a:t> Developer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  "/>
                <a:ea typeface="ＭＳ Ｐゴシック" panose="020B0600070205080204" pitchFamily="34" charset="-128"/>
              </a:rPr>
              <a:t>Conclusion</a:t>
            </a:r>
          </a:p>
          <a:p>
            <a:pPr lvl="1">
              <a:lnSpc>
                <a:spcPct val="100000"/>
              </a:lnSpc>
              <a:buClr>
                <a:srgbClr val="3333CC"/>
              </a:buClr>
            </a:pPr>
            <a:r>
              <a:rPr lang="en-US" altLang="en-US" sz="2400" dirty="0">
                <a:solidFill>
                  <a:srgbClr val="3333CC"/>
                </a:solidFill>
                <a:latin typeface="Calibri  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2EC110-3775-62D8-50AA-F48DDC483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85" y="359433"/>
            <a:ext cx="2821789" cy="616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lIns="90000" tIns="45000" rIns="90000" bIns="4500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2400" dirty="0">
                <a:solidFill>
                  <a:srgbClr val="FFFFFF"/>
                </a:solidFill>
                <a:latin typeface="Tahoma" panose="020B0604030504040204" pitchFamily="34" charset="0"/>
              </a:rPr>
              <a:t>Topics covered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064087-1FD3-2B61-1B16-DFF1A510C735}"/>
              </a:ext>
            </a:extLst>
          </p:cNvPr>
          <p:cNvGrpSpPr/>
          <p:nvPr/>
        </p:nvGrpSpPr>
        <p:grpSpPr>
          <a:xfrm>
            <a:off x="629110" y="5881665"/>
            <a:ext cx="11258551" cy="616902"/>
            <a:chOff x="373320" y="11920376"/>
            <a:chExt cx="17541357" cy="154461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A6D6053-54D6-A825-6C0C-EECBEDBF19AE}"/>
                </a:ext>
              </a:extLst>
            </p:cNvPr>
            <p:cNvSpPr/>
            <p:nvPr/>
          </p:nvSpPr>
          <p:spPr>
            <a:xfrm>
              <a:off x="373320" y="11920376"/>
              <a:ext cx="17541357" cy="1544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6">
              <a:extLst>
                <a:ext uri="{FF2B5EF4-FFF2-40B4-BE49-F238E27FC236}">
                  <a16:creationId xmlns:a16="http://schemas.microsoft.com/office/drawing/2014/main" id="{20E33097-A240-B769-DF2E-90CBD848D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449" y="12531163"/>
              <a:ext cx="7411302" cy="92474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9pPr>
            </a:lstStyle>
            <a:p>
              <a:pPr eaLnBrk="1" hangingPunct="1"/>
              <a:r>
                <a:rPr lang="en-IN" altLang="en-US" sz="1800" dirty="0">
                  <a:solidFill>
                    <a:schemeClr val="accent2"/>
                  </a:solidFill>
                  <a:latin typeface="+mj-lt"/>
                  <a:ea typeface="Montserrat" panose="00000500000000000000" pitchFamily="50" charset="0"/>
                  <a:cs typeface="Montserrat" panose="00000500000000000000" pitchFamily="50" charset="0"/>
                </a:rPr>
                <a:t>Programmers.io Confidential and Proprietary</a:t>
              </a:r>
              <a:endParaRPr lang="en-US" altLang="en-US" sz="1800" dirty="0">
                <a:solidFill>
                  <a:schemeClr val="accent2"/>
                </a:solidFill>
                <a:latin typeface="+mj-lt"/>
                <a:ea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0F37528-DCAB-4702-1B94-4A5AF84BA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2315" y="12121964"/>
              <a:ext cx="4107183" cy="133394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8B3D9D7-9A13-2736-D671-99B879504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070" y="1922841"/>
            <a:ext cx="5023271" cy="391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9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8BD32-8CAF-C22A-DC80-153563C83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722BF90-DD4C-8B7C-3A85-9280F0D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85" y="223989"/>
            <a:ext cx="2821789" cy="616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lIns="90000" tIns="45000" rIns="90000" bIns="4500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What is DevOps?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7A90C-7D13-6850-07A6-76E6D0CB633A}"/>
              </a:ext>
            </a:extLst>
          </p:cNvPr>
          <p:cNvSpPr txBox="1"/>
          <p:nvPr/>
        </p:nvSpPr>
        <p:spPr>
          <a:xfrm>
            <a:off x="862280" y="859258"/>
            <a:ext cx="71941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</a:rPr>
              <a:t> </a:t>
            </a:r>
            <a:r>
              <a:rPr lang="en-US" i="1" dirty="0">
                <a:solidFill>
                  <a:srgbClr val="000000"/>
                </a:solidFill>
                <a:effectLst/>
              </a:rPr>
              <a:t>DevOp</a:t>
            </a:r>
            <a:r>
              <a:rPr lang="en-US" i="1" dirty="0">
                <a:solidFill>
                  <a:srgbClr val="000000"/>
                </a:solidFill>
              </a:rPr>
              <a:t>s </a:t>
            </a:r>
            <a:r>
              <a:rPr lang="en-US" dirty="0">
                <a:solidFill>
                  <a:srgbClr val="000000"/>
                </a:solidFill>
              </a:rPr>
              <a:t>is a set of practices that provides </a:t>
            </a:r>
            <a:r>
              <a:rPr lang="en-US" b="1" dirty="0">
                <a:solidFill>
                  <a:srgbClr val="000000"/>
                </a:solidFill>
              </a:rPr>
              <a:t>integration </a:t>
            </a:r>
            <a:r>
              <a:rPr lang="en-US" dirty="0">
                <a:solidFill>
                  <a:srgbClr val="000000"/>
                </a:solidFill>
              </a:rPr>
              <a:t> between software development (</a:t>
            </a:r>
            <a:r>
              <a:rPr lang="en-US" i="1" dirty="0">
                <a:solidFill>
                  <a:srgbClr val="000000"/>
                </a:solidFill>
              </a:rPr>
              <a:t>Dev</a:t>
            </a:r>
            <a:r>
              <a:rPr lang="en-US" dirty="0">
                <a:solidFill>
                  <a:srgbClr val="000000"/>
                </a:solidFill>
              </a:rPr>
              <a:t>) and IT operations (</a:t>
            </a:r>
            <a:r>
              <a:rPr lang="en-US" i="1" dirty="0">
                <a:solidFill>
                  <a:srgbClr val="000000"/>
                </a:solidFill>
              </a:rPr>
              <a:t>Ops</a:t>
            </a:r>
            <a:r>
              <a:rPr lang="en-US" dirty="0">
                <a:solidFill>
                  <a:srgbClr val="000000"/>
                </a:solidFill>
              </a:rPr>
              <a:t>)</a:t>
            </a:r>
            <a:r>
              <a:rPr lang="en-US" i="0" dirty="0">
                <a:solidFill>
                  <a:srgbClr val="333333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b="0" i="0" dirty="0">
                <a:solidFill>
                  <a:srgbClr val="161616"/>
                </a:solidFill>
                <a:effectLst/>
              </a:rPr>
              <a:t>Improve the </a:t>
            </a:r>
            <a:r>
              <a:rPr lang="en-US" b="1" i="0" dirty="0">
                <a:solidFill>
                  <a:srgbClr val="161616"/>
                </a:solidFill>
                <a:effectLst/>
              </a:rPr>
              <a:t>speed</a:t>
            </a:r>
            <a:r>
              <a:rPr lang="en-US" b="0" i="0" dirty="0">
                <a:solidFill>
                  <a:srgbClr val="161616"/>
                </a:solidFill>
                <a:effectLst/>
              </a:rPr>
              <a:t> and quality of agile software development.</a:t>
            </a:r>
            <a:endParaRPr lang="en-US" dirty="0">
              <a:solidFill>
                <a:srgbClr val="333333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 Easy </a:t>
            </a:r>
            <a:r>
              <a:rPr lang="en-US" b="1" dirty="0">
                <a:solidFill>
                  <a:srgbClr val="333333"/>
                </a:solidFill>
              </a:rPr>
              <a:t>collaboration</a:t>
            </a:r>
            <a:r>
              <a:rPr lang="en-US" dirty="0">
                <a:solidFill>
                  <a:srgbClr val="333333"/>
                </a:solidFill>
              </a:rPr>
              <a:t> with cross platform teams.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333333"/>
                </a:solidFill>
                <a:effectLst/>
              </a:rPr>
              <a:t> </a:t>
            </a:r>
            <a:r>
              <a:rPr lang="en-US" b="1" i="0" dirty="0">
                <a:solidFill>
                  <a:srgbClr val="333333"/>
                </a:solidFill>
                <a:effectLst/>
              </a:rPr>
              <a:t>Automation</a:t>
            </a:r>
            <a:r>
              <a:rPr lang="en-US" i="0" dirty="0">
                <a:solidFill>
                  <a:srgbClr val="333333"/>
                </a:solidFill>
                <a:effectLst/>
              </a:rPr>
              <a:t> is the core of DevOps.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166891-A8F8-0D2E-3E8C-C5E5E2622DE2}"/>
              </a:ext>
            </a:extLst>
          </p:cNvPr>
          <p:cNvGrpSpPr/>
          <p:nvPr/>
        </p:nvGrpSpPr>
        <p:grpSpPr>
          <a:xfrm>
            <a:off x="629110" y="5881665"/>
            <a:ext cx="11258551" cy="616902"/>
            <a:chOff x="373320" y="11920376"/>
            <a:chExt cx="17541357" cy="15446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8D4F77F-91CB-07F1-FB06-887BDBC1639D}"/>
                </a:ext>
              </a:extLst>
            </p:cNvPr>
            <p:cNvSpPr/>
            <p:nvPr/>
          </p:nvSpPr>
          <p:spPr>
            <a:xfrm>
              <a:off x="373320" y="11920376"/>
              <a:ext cx="17541357" cy="1544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26">
              <a:extLst>
                <a:ext uri="{FF2B5EF4-FFF2-40B4-BE49-F238E27FC236}">
                  <a16:creationId xmlns:a16="http://schemas.microsoft.com/office/drawing/2014/main" id="{4A6C3639-8F91-F0E7-8EB4-98E065D2A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449" y="12531163"/>
              <a:ext cx="7411302" cy="92474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9pPr>
            </a:lstStyle>
            <a:p>
              <a:pPr eaLnBrk="1" hangingPunct="1"/>
              <a:r>
                <a:rPr lang="en-IN" altLang="en-US" sz="1800" dirty="0">
                  <a:solidFill>
                    <a:schemeClr val="accent2"/>
                  </a:solidFill>
                  <a:latin typeface="+mj-lt"/>
                  <a:ea typeface="Montserrat" panose="00000500000000000000" pitchFamily="50" charset="0"/>
                  <a:cs typeface="Montserrat" panose="00000500000000000000" pitchFamily="50" charset="0"/>
                </a:rPr>
                <a:t>Programmers.io Confidential and Proprietary</a:t>
              </a:r>
              <a:endParaRPr lang="en-US" altLang="en-US" sz="1800" dirty="0">
                <a:solidFill>
                  <a:schemeClr val="accent2"/>
                </a:solidFill>
                <a:latin typeface="+mj-lt"/>
                <a:ea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10C48EE-ACA2-90CB-5E8F-877C9AD83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2315" y="12121964"/>
              <a:ext cx="4107183" cy="133394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AC484F0-B323-0E6C-AB43-79598E7FA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507" y="1481112"/>
            <a:ext cx="3126046" cy="31260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13D7DC-C948-A52E-9CC0-4F3A7B585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367" y="3429054"/>
            <a:ext cx="2821789" cy="616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lIns="90000" tIns="45000" rIns="90000" bIns="4500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Why is it required?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F210A-52D6-3357-1DA9-7C433C7B9E3C}"/>
              </a:ext>
            </a:extLst>
          </p:cNvPr>
          <p:cNvSpPr txBox="1"/>
          <p:nvPr/>
        </p:nvSpPr>
        <p:spPr>
          <a:xfrm>
            <a:off x="862280" y="4174672"/>
            <a:ext cx="71941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</a:rPr>
              <a:t> Future proof </a:t>
            </a:r>
            <a:r>
              <a:rPr lang="en-US" i="0" dirty="0">
                <a:solidFill>
                  <a:srgbClr val="000000"/>
                </a:solidFill>
                <a:effectLst/>
              </a:rPr>
              <a:t>your existing Tech Stack.</a:t>
            </a:r>
            <a:endParaRPr lang="en-US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 Easier to find </a:t>
            </a:r>
            <a:r>
              <a:rPr lang="en-US" b="1" dirty="0">
                <a:solidFill>
                  <a:srgbClr val="333333"/>
                </a:solidFill>
              </a:rPr>
              <a:t>younger talent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 DevOps is the </a:t>
            </a:r>
            <a:r>
              <a:rPr lang="en-US" b="1" dirty="0" err="1">
                <a:solidFill>
                  <a:srgbClr val="333333"/>
                </a:solidFill>
              </a:rPr>
              <a:t>IBMi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b="1" dirty="0">
                <a:solidFill>
                  <a:srgbClr val="333333"/>
                </a:solidFill>
              </a:rPr>
              <a:t>Modernization </a:t>
            </a:r>
            <a:r>
              <a:rPr lang="en-US" dirty="0">
                <a:solidFill>
                  <a:srgbClr val="333333"/>
                </a:solidFill>
              </a:rPr>
              <a:t>that we all needed.</a:t>
            </a:r>
          </a:p>
          <a:p>
            <a:pPr algn="l"/>
            <a:endParaRPr lang="en-US" i="0" dirty="0">
              <a:solidFill>
                <a:srgbClr val="333333"/>
              </a:solidFill>
              <a:effectLst/>
            </a:endParaRPr>
          </a:p>
          <a:p>
            <a:pPr algn="l"/>
            <a:endParaRPr lang="en-US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57135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57E6-3EF6-AB83-C446-611465FB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C744A58-5F56-831C-4BDB-14715C06C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85" y="223989"/>
            <a:ext cx="3573964" cy="616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lIns="90000" tIns="45000" rIns="90000" bIns="4500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Integral Parts of DevOps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84C14-CD75-57F4-3B58-D4A4276AFC37}"/>
              </a:ext>
            </a:extLst>
          </p:cNvPr>
          <p:cNvSpPr txBox="1"/>
          <p:nvPr/>
        </p:nvSpPr>
        <p:spPr>
          <a:xfrm>
            <a:off x="830085" y="1115053"/>
            <a:ext cx="7194106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333333"/>
                </a:solidFill>
                <a:effectLst/>
              </a:rPr>
              <a:t>Source Control Management / Version Control System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E.g., GIT, SVN</a:t>
            </a:r>
          </a:p>
          <a:p>
            <a:pPr lvl="1"/>
            <a:endParaRPr lang="en-US" b="0" i="0" dirty="0">
              <a:solidFill>
                <a:srgbClr val="333333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CI/CD Pipeline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E.g., Jenkins, GitLab CI/CD</a:t>
            </a:r>
          </a:p>
          <a:p>
            <a:pPr lvl="1"/>
            <a:endParaRPr lang="en-US" dirty="0">
              <a:solidFill>
                <a:srgbClr val="3333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Project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JIRA, GitHub, Azure DevOps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333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Modern 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VS Code, </a:t>
            </a:r>
            <a:r>
              <a:rPr lang="en-US" dirty="0" err="1">
                <a:solidFill>
                  <a:srgbClr val="333333"/>
                </a:solidFill>
              </a:rPr>
              <a:t>RDi</a:t>
            </a:r>
            <a:endParaRPr lang="en-US" b="0" i="0" dirty="0">
              <a:solidFill>
                <a:srgbClr val="333333"/>
              </a:solidFill>
              <a:effectLst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A914B82-6321-9F77-7644-82EABF41B423}"/>
              </a:ext>
            </a:extLst>
          </p:cNvPr>
          <p:cNvGrpSpPr/>
          <p:nvPr/>
        </p:nvGrpSpPr>
        <p:grpSpPr>
          <a:xfrm>
            <a:off x="629110" y="5881665"/>
            <a:ext cx="11258551" cy="616902"/>
            <a:chOff x="373320" y="11920376"/>
            <a:chExt cx="17541357" cy="15446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791935-101D-B5B6-FBF4-156AFFCF771D}"/>
                </a:ext>
              </a:extLst>
            </p:cNvPr>
            <p:cNvSpPr/>
            <p:nvPr/>
          </p:nvSpPr>
          <p:spPr>
            <a:xfrm>
              <a:off x="373320" y="11920376"/>
              <a:ext cx="17541357" cy="1544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26">
              <a:extLst>
                <a:ext uri="{FF2B5EF4-FFF2-40B4-BE49-F238E27FC236}">
                  <a16:creationId xmlns:a16="http://schemas.microsoft.com/office/drawing/2014/main" id="{CE0C9C45-33F2-8825-4A2B-236EB16F5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449" y="12531163"/>
              <a:ext cx="7411302" cy="92474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9pPr>
            </a:lstStyle>
            <a:p>
              <a:pPr eaLnBrk="1" hangingPunct="1"/>
              <a:r>
                <a:rPr lang="en-IN" altLang="en-US" sz="1800" dirty="0">
                  <a:solidFill>
                    <a:schemeClr val="accent2"/>
                  </a:solidFill>
                  <a:latin typeface="+mj-lt"/>
                  <a:ea typeface="Montserrat" panose="00000500000000000000" pitchFamily="50" charset="0"/>
                  <a:cs typeface="Montserrat" panose="00000500000000000000" pitchFamily="50" charset="0"/>
                </a:rPr>
                <a:t>Programmers.io Confidential and Proprietary</a:t>
              </a:r>
              <a:endParaRPr lang="en-US" altLang="en-US" sz="1800" dirty="0">
                <a:solidFill>
                  <a:schemeClr val="accent2"/>
                </a:solidFill>
                <a:latin typeface="+mj-lt"/>
                <a:ea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02E9F92-F4AE-CD7F-3A3C-450DCAC0A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2315" y="12121964"/>
              <a:ext cx="4107183" cy="133394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A44F370-0A6D-5239-EA50-F77B8F873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578" y="2171489"/>
            <a:ext cx="2814010" cy="251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59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7061-80B8-E19C-83EE-51FF04CA5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044F1C-9F25-F5B1-832B-EAC229021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85" y="223989"/>
            <a:ext cx="3573964" cy="616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lIns="90000" tIns="45000" rIns="90000" bIns="4500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Wait, is that all we got?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5FF40F-D5CC-D417-AA25-FDB63B7A64A5}"/>
              </a:ext>
            </a:extLst>
          </p:cNvPr>
          <p:cNvGrpSpPr/>
          <p:nvPr/>
        </p:nvGrpSpPr>
        <p:grpSpPr>
          <a:xfrm>
            <a:off x="629110" y="5881665"/>
            <a:ext cx="11258551" cy="616902"/>
            <a:chOff x="373320" y="11920376"/>
            <a:chExt cx="17541357" cy="15446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2CEF1D5-C55E-6525-95E6-3A7CAA7F6E91}"/>
                </a:ext>
              </a:extLst>
            </p:cNvPr>
            <p:cNvSpPr/>
            <p:nvPr/>
          </p:nvSpPr>
          <p:spPr>
            <a:xfrm>
              <a:off x="373320" y="11920376"/>
              <a:ext cx="17541357" cy="1544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26">
              <a:extLst>
                <a:ext uri="{FF2B5EF4-FFF2-40B4-BE49-F238E27FC236}">
                  <a16:creationId xmlns:a16="http://schemas.microsoft.com/office/drawing/2014/main" id="{8A55F022-58FC-D727-B5EB-D445EF9BF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449" y="12531163"/>
              <a:ext cx="7411302" cy="92474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9pPr>
            </a:lstStyle>
            <a:p>
              <a:pPr eaLnBrk="1" hangingPunct="1"/>
              <a:r>
                <a:rPr lang="en-IN" altLang="en-US" sz="1800" dirty="0">
                  <a:solidFill>
                    <a:schemeClr val="accent2"/>
                  </a:solidFill>
                  <a:latin typeface="+mj-lt"/>
                  <a:ea typeface="Montserrat" panose="00000500000000000000" pitchFamily="50" charset="0"/>
                  <a:cs typeface="Montserrat" panose="00000500000000000000" pitchFamily="50" charset="0"/>
                </a:rPr>
                <a:t>Programmers.io Confidential and Proprietary</a:t>
              </a:r>
              <a:endParaRPr lang="en-US" altLang="en-US" sz="1800" dirty="0">
                <a:solidFill>
                  <a:schemeClr val="accent2"/>
                </a:solidFill>
                <a:latin typeface="+mj-lt"/>
                <a:ea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5DCD602-F5E3-C869-7CF7-6F3B1CCD7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2315" y="12121964"/>
              <a:ext cx="4107183" cy="133394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4" name="Picture 3" descr="A table of periodic table of elements&#10;&#10;Description automatically generated">
            <a:extLst>
              <a:ext uri="{FF2B5EF4-FFF2-40B4-BE49-F238E27FC236}">
                <a16:creationId xmlns:a16="http://schemas.microsoft.com/office/drawing/2014/main" id="{395A488C-F360-08B8-AE79-AE6D97A92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" y="1027502"/>
            <a:ext cx="11358276" cy="63404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6EB467-A40C-F1E1-926F-ACC6611BC340}"/>
              </a:ext>
            </a:extLst>
          </p:cNvPr>
          <p:cNvSpPr txBox="1"/>
          <p:nvPr/>
        </p:nvSpPr>
        <p:spPr>
          <a:xfrm>
            <a:off x="2742860" y="921403"/>
            <a:ext cx="7194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0" dirty="0">
                <a:solidFill>
                  <a:srgbClr val="333333"/>
                </a:solidFill>
                <a:effectLst/>
              </a:rPr>
              <a:t>Some of the tools available in the DevOps arsenal</a:t>
            </a:r>
            <a:endParaRPr lang="en-US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7324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0A26D-CEEB-9CDA-9850-65909993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393865-60E5-0177-57E6-271512DD4F09}"/>
              </a:ext>
            </a:extLst>
          </p:cNvPr>
          <p:cNvSpPr txBox="1"/>
          <p:nvPr/>
        </p:nvSpPr>
        <p:spPr>
          <a:xfrm>
            <a:off x="830084" y="1084833"/>
            <a:ext cx="97998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effectLst/>
              </a:rPr>
              <a:t>Let’s talk about GIT</a:t>
            </a:r>
            <a:r>
              <a:rPr lang="en-US" dirty="0">
                <a:solidFill>
                  <a:srgbClr val="CCCCCC"/>
                </a:solidFill>
              </a:rPr>
              <a:t>:  </a:t>
            </a:r>
          </a:p>
          <a:p>
            <a:r>
              <a:rPr lang="en-US" dirty="0"/>
              <a:t>It is the big daddy of Version Control System. Like any other VCS, it is used to keep track of the changes to your source code.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976DE5-CA38-C9D2-1A31-34E878F855D7}"/>
              </a:ext>
            </a:extLst>
          </p:cNvPr>
          <p:cNvGrpSpPr/>
          <p:nvPr/>
        </p:nvGrpSpPr>
        <p:grpSpPr>
          <a:xfrm>
            <a:off x="629110" y="5881665"/>
            <a:ext cx="11258551" cy="616902"/>
            <a:chOff x="373320" y="11920376"/>
            <a:chExt cx="17541357" cy="15446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7BB7D6B-896B-0FA0-25E9-141872280359}"/>
                </a:ext>
              </a:extLst>
            </p:cNvPr>
            <p:cNvSpPr/>
            <p:nvPr/>
          </p:nvSpPr>
          <p:spPr>
            <a:xfrm>
              <a:off x="373320" y="11920376"/>
              <a:ext cx="17541357" cy="1544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26">
              <a:extLst>
                <a:ext uri="{FF2B5EF4-FFF2-40B4-BE49-F238E27FC236}">
                  <a16:creationId xmlns:a16="http://schemas.microsoft.com/office/drawing/2014/main" id="{DE7CE591-768F-11E3-8684-F8316EBA9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449" y="12531163"/>
              <a:ext cx="7411302" cy="92474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9pPr>
            </a:lstStyle>
            <a:p>
              <a:pPr eaLnBrk="1" hangingPunct="1"/>
              <a:r>
                <a:rPr lang="en-IN" altLang="en-US" sz="1800" dirty="0">
                  <a:solidFill>
                    <a:schemeClr val="accent2"/>
                  </a:solidFill>
                  <a:latin typeface="+mj-lt"/>
                  <a:ea typeface="Montserrat" panose="00000500000000000000" pitchFamily="50" charset="0"/>
                  <a:cs typeface="Montserrat" panose="00000500000000000000" pitchFamily="50" charset="0"/>
                </a:rPr>
                <a:t>Programmers.io Confidential and Proprietary</a:t>
              </a:r>
              <a:endParaRPr lang="en-US" altLang="en-US" sz="1800" dirty="0">
                <a:solidFill>
                  <a:schemeClr val="accent2"/>
                </a:solidFill>
                <a:latin typeface="+mj-lt"/>
                <a:ea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31499D-C6A7-4519-FD13-0949FA883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2315" y="12121964"/>
              <a:ext cx="4107183" cy="13339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CDF749E-98F0-F40A-F67C-4E14EA3AF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84" y="223989"/>
            <a:ext cx="5265915" cy="616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lIns="90000" tIns="45000" rIns="90000" bIns="4500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GIT-ting ahead in Development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3707C1-57CA-B62F-0068-CA42DC553106}"/>
              </a:ext>
            </a:extLst>
          </p:cNvPr>
          <p:cNvSpPr txBox="1"/>
          <p:nvPr/>
        </p:nvSpPr>
        <p:spPr>
          <a:xfrm>
            <a:off x="898508" y="2131310"/>
            <a:ext cx="97998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effectLst/>
              </a:rPr>
              <a:t>But</a:t>
            </a:r>
            <a:r>
              <a:rPr lang="en-US" b="1" dirty="0">
                <a:solidFill>
                  <a:srgbClr val="569CD6"/>
                </a:solidFill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</a:rPr>
              <a:t>wait…</a:t>
            </a:r>
            <a:endParaRPr lang="en-US" dirty="0">
              <a:solidFill>
                <a:srgbClr val="CCCCCC"/>
              </a:solidFill>
            </a:endParaRPr>
          </a:p>
          <a:p>
            <a:r>
              <a:rPr lang="en-US" dirty="0"/>
              <a:t>We have Turnover, Implementor, Aldon , etc., already!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C2B47-9212-BC43-3E0C-940202DA88BE}"/>
              </a:ext>
            </a:extLst>
          </p:cNvPr>
          <p:cNvSpPr txBox="1"/>
          <p:nvPr/>
        </p:nvSpPr>
        <p:spPr>
          <a:xfrm>
            <a:off x="898508" y="2858153"/>
            <a:ext cx="97998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</a:rPr>
              <a:t>Well, G</a:t>
            </a:r>
            <a:r>
              <a:rPr lang="en-US" b="1" dirty="0">
                <a:solidFill>
                  <a:srgbClr val="569CD6"/>
                </a:solidFill>
                <a:effectLst/>
              </a:rPr>
              <a:t>IT</a:t>
            </a:r>
            <a:endParaRPr lang="en-US" dirty="0">
              <a:solidFill>
                <a:srgbClr val="CCCCC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100% free and open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a distributed VCS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empowers parallel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historical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snapshot based.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local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powerful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9D68B335-F31A-53CF-33E7-1A5FE7974AB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222" y="2252105"/>
            <a:ext cx="2595101" cy="259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82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E7F67-4555-9D43-9789-E2DDCA9B8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1FC70E-97CF-22C4-E6DF-46098F0C37D7}"/>
              </a:ext>
            </a:extLst>
          </p:cNvPr>
          <p:cNvSpPr txBox="1"/>
          <p:nvPr/>
        </p:nvSpPr>
        <p:spPr>
          <a:xfrm>
            <a:off x="830084" y="1084833"/>
            <a:ext cx="37325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effectLst/>
              </a:rPr>
              <a:t>GitHub</a:t>
            </a:r>
            <a:r>
              <a:rPr lang="en-US" dirty="0">
                <a:solidFill>
                  <a:srgbClr val="CCCCCC"/>
                </a:solidFill>
              </a:rPr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Proprietary and Cloud 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Owned by Microsoft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popular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D83EDB0-236F-8609-4648-7250C1943C76}"/>
              </a:ext>
            </a:extLst>
          </p:cNvPr>
          <p:cNvGrpSpPr/>
          <p:nvPr/>
        </p:nvGrpSpPr>
        <p:grpSpPr>
          <a:xfrm>
            <a:off x="629110" y="5881665"/>
            <a:ext cx="11258551" cy="616902"/>
            <a:chOff x="373320" y="11920376"/>
            <a:chExt cx="17541357" cy="15446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DA74CB-6AF2-41F7-386F-11802A300751}"/>
                </a:ext>
              </a:extLst>
            </p:cNvPr>
            <p:cNvSpPr/>
            <p:nvPr/>
          </p:nvSpPr>
          <p:spPr>
            <a:xfrm>
              <a:off x="373320" y="11920376"/>
              <a:ext cx="17541357" cy="1544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26">
              <a:extLst>
                <a:ext uri="{FF2B5EF4-FFF2-40B4-BE49-F238E27FC236}">
                  <a16:creationId xmlns:a16="http://schemas.microsoft.com/office/drawing/2014/main" id="{854B620A-4057-BECA-E715-B6E4F3AF3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449" y="12531163"/>
              <a:ext cx="7411302" cy="92474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9pPr>
            </a:lstStyle>
            <a:p>
              <a:pPr eaLnBrk="1" hangingPunct="1"/>
              <a:r>
                <a:rPr lang="en-IN" altLang="en-US" sz="1800" dirty="0">
                  <a:solidFill>
                    <a:schemeClr val="accent2"/>
                  </a:solidFill>
                  <a:latin typeface="+mj-lt"/>
                  <a:ea typeface="Montserrat" panose="00000500000000000000" pitchFamily="50" charset="0"/>
                  <a:cs typeface="Montserrat" panose="00000500000000000000" pitchFamily="50" charset="0"/>
                </a:rPr>
                <a:t>Programmers.io Confidential and Proprietary</a:t>
              </a:r>
              <a:endParaRPr lang="en-US" altLang="en-US" sz="1800" dirty="0">
                <a:solidFill>
                  <a:schemeClr val="accent2"/>
                </a:solidFill>
                <a:latin typeface="+mj-lt"/>
                <a:ea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5853E4F-103F-C6C6-6A32-BA4669C3E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2315" y="12121964"/>
              <a:ext cx="4107183" cy="13339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F828A0C-8F4D-8B4E-A992-36FED302A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85" y="223989"/>
            <a:ext cx="5265915" cy="616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lIns="90000" tIns="45000" rIns="90000" bIns="4500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Choose your own </a:t>
            </a:r>
            <a:r>
              <a:rPr lang="en-US" altLang="en-US" sz="2800" dirty="0" err="1">
                <a:solidFill>
                  <a:srgbClr val="FFFFFF"/>
                </a:solidFill>
                <a:latin typeface="Calibri   "/>
              </a:rPr>
              <a:t>flavour</a:t>
            </a:r>
            <a:r>
              <a:rPr lang="en-US" altLang="en-US" sz="2800">
                <a:solidFill>
                  <a:srgbClr val="FFFFFF"/>
                </a:solidFill>
                <a:latin typeface="Calibri   "/>
              </a:rPr>
              <a:t> of GIT</a:t>
            </a:r>
            <a:endParaRPr lang="en-US" altLang="en-US" sz="2800" dirty="0">
              <a:solidFill>
                <a:srgbClr val="FFFFFF"/>
              </a:solidFill>
              <a:latin typeface="Calibri   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99309-9177-3BF3-CDC6-C0C04166F581}"/>
              </a:ext>
            </a:extLst>
          </p:cNvPr>
          <p:cNvSpPr txBox="1"/>
          <p:nvPr/>
        </p:nvSpPr>
        <p:spPr>
          <a:xfrm>
            <a:off x="830084" y="3175491"/>
            <a:ext cx="37325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effectLst/>
              </a:rPr>
              <a:t>GitLab</a:t>
            </a:r>
            <a:r>
              <a:rPr lang="en-US" dirty="0">
                <a:solidFill>
                  <a:srgbClr val="CCCCCC"/>
                </a:solidFill>
              </a:rPr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Source Alternative to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 CI/CD pipeline Built-in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installed on any Server, except </a:t>
            </a:r>
            <a:r>
              <a:rPr lang="en-US" dirty="0" err="1"/>
              <a:t>IBMi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58016D-7714-95B9-6342-C2C68D869228}"/>
              </a:ext>
            </a:extLst>
          </p:cNvPr>
          <p:cNvSpPr txBox="1"/>
          <p:nvPr/>
        </p:nvSpPr>
        <p:spPr>
          <a:xfrm>
            <a:off x="6096000" y="1084833"/>
            <a:ext cx="37325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569CD6"/>
                </a:solidFill>
                <a:effectLst/>
              </a:rPr>
              <a:t>BitBucket</a:t>
            </a:r>
            <a:r>
              <a:rPr lang="en-US" b="1" dirty="0">
                <a:solidFill>
                  <a:srgbClr val="569CD6"/>
                </a:solidFill>
                <a:effectLst/>
              </a:rPr>
              <a:t>:</a:t>
            </a:r>
            <a:endParaRPr lang="en-US" dirty="0">
              <a:solidFill>
                <a:srgbClr val="CCCCC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Proprietary and Cloud 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Owned by Atlassian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integrated with Jira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09D5F7-8AED-C443-4945-0F8517711421}"/>
              </a:ext>
            </a:extLst>
          </p:cNvPr>
          <p:cNvSpPr txBox="1"/>
          <p:nvPr/>
        </p:nvSpPr>
        <p:spPr>
          <a:xfrm>
            <a:off x="6258385" y="3175491"/>
            <a:ext cx="49756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569CD6"/>
                </a:solidFill>
              </a:rPr>
              <a:t>G</a:t>
            </a:r>
            <a:r>
              <a:rPr lang="en-US" b="1" dirty="0" err="1">
                <a:solidFill>
                  <a:srgbClr val="569CD6"/>
                </a:solidFill>
                <a:effectLst/>
              </a:rPr>
              <a:t>itBucket</a:t>
            </a:r>
            <a:r>
              <a:rPr lang="en-US" dirty="0">
                <a:solidFill>
                  <a:srgbClr val="CCCCCC"/>
                </a:solidFill>
              </a:rPr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Source and Can be installed On Prem.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Installation &amp; Maintenance are on 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installed on </a:t>
            </a:r>
            <a:r>
              <a:rPr lang="en-US" dirty="0" err="1"/>
              <a:t>IBMi</a:t>
            </a:r>
            <a:r>
              <a:rPr lang="en-US" dirty="0"/>
              <a:t> and thus provide more privacy to the source code.</a:t>
            </a:r>
          </a:p>
        </p:txBody>
      </p:sp>
      <p:pic>
        <p:nvPicPr>
          <p:cNvPr id="11" name="Picture 10" descr="A logo of a cat&#10;&#10;Description automatically generated">
            <a:extLst>
              <a:ext uri="{FF2B5EF4-FFF2-40B4-BE49-F238E27FC236}">
                <a16:creationId xmlns:a16="http://schemas.microsoft.com/office/drawing/2014/main" id="{9F740E4A-7CC3-7F0D-D72F-9F9A4E109D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325" y="1166507"/>
            <a:ext cx="1847850" cy="103698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2942A22-3435-CFD6-1E68-9591933C1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689" y="4650340"/>
            <a:ext cx="2983791" cy="61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E3AF0F2-14DC-FC55-F0DA-1006C1A19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170" y="1019496"/>
            <a:ext cx="1477328" cy="147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6CB4D5B-2239-289F-E50B-4580BD7CA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000" y="4102019"/>
            <a:ext cx="1843522" cy="103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61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F10CD-70AE-3F00-6C75-4156D3D9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5C0C36-A3FD-3901-5920-50F7D5190E88}"/>
              </a:ext>
            </a:extLst>
          </p:cNvPr>
          <p:cNvSpPr txBox="1"/>
          <p:nvPr/>
        </p:nvSpPr>
        <p:spPr>
          <a:xfrm>
            <a:off x="830084" y="1084833"/>
            <a:ext cx="979981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effectLst/>
              </a:rPr>
              <a:t>GitHub</a:t>
            </a:r>
            <a:r>
              <a:rPr lang="en-US" dirty="0">
                <a:solidFill>
                  <a:srgbClr val="CCCCCC"/>
                </a:solidFill>
              </a:rPr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World’s largest Source Code Hosting Platform.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 Project Management Tool built 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helps to create excellent documentation.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Collaboration and real-time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Third Party Integration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544BF61-5C06-B06B-6577-73A0E940288B}"/>
              </a:ext>
            </a:extLst>
          </p:cNvPr>
          <p:cNvGrpSpPr/>
          <p:nvPr/>
        </p:nvGrpSpPr>
        <p:grpSpPr>
          <a:xfrm>
            <a:off x="629110" y="5881665"/>
            <a:ext cx="11258551" cy="616902"/>
            <a:chOff x="373320" y="11920376"/>
            <a:chExt cx="17541357" cy="15446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54DEB63-49AC-C585-F371-AB5B425CDE7F}"/>
                </a:ext>
              </a:extLst>
            </p:cNvPr>
            <p:cNvSpPr/>
            <p:nvPr/>
          </p:nvSpPr>
          <p:spPr>
            <a:xfrm>
              <a:off x="373320" y="11920376"/>
              <a:ext cx="17541357" cy="1544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26">
              <a:extLst>
                <a:ext uri="{FF2B5EF4-FFF2-40B4-BE49-F238E27FC236}">
                  <a16:creationId xmlns:a16="http://schemas.microsoft.com/office/drawing/2014/main" id="{9B997E67-D23D-8EE6-D9F6-BD699D14D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449" y="12531163"/>
              <a:ext cx="7411302" cy="92474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9pPr>
            </a:lstStyle>
            <a:p>
              <a:pPr eaLnBrk="1" hangingPunct="1"/>
              <a:r>
                <a:rPr lang="en-IN" altLang="en-US" sz="1800" dirty="0">
                  <a:solidFill>
                    <a:schemeClr val="accent2"/>
                  </a:solidFill>
                  <a:latin typeface="+mj-lt"/>
                  <a:ea typeface="Montserrat" panose="00000500000000000000" pitchFamily="50" charset="0"/>
                  <a:cs typeface="Montserrat" panose="00000500000000000000" pitchFamily="50" charset="0"/>
                </a:rPr>
                <a:t>Programmers.io Confidential and Proprietary</a:t>
              </a:r>
              <a:endParaRPr lang="en-US" altLang="en-US" sz="1800" dirty="0">
                <a:solidFill>
                  <a:schemeClr val="accent2"/>
                </a:solidFill>
                <a:latin typeface="+mj-lt"/>
                <a:ea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E144680-1723-D0D9-0597-340997B37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2315" y="12121964"/>
              <a:ext cx="4107183" cy="13339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FBD1446-1C75-63CC-BD7A-6442A9F96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85" y="223989"/>
            <a:ext cx="5265915" cy="616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lIns="90000" tIns="45000" rIns="90000" bIns="4500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GitHub – A GIT with Wings!</a:t>
            </a:r>
          </a:p>
        </p:txBody>
      </p:sp>
      <p:pic>
        <p:nvPicPr>
          <p:cNvPr id="5" name="Picture 4" descr="A logo of a cat&#10;&#10;Description automatically generated">
            <a:extLst>
              <a:ext uri="{FF2B5EF4-FFF2-40B4-BE49-F238E27FC236}">
                <a16:creationId xmlns:a16="http://schemas.microsoft.com/office/drawing/2014/main" id="{D7CF7C7A-F14B-1C38-20A0-6F9266612A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409" y="2153380"/>
            <a:ext cx="3997710" cy="224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76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583E8-FED8-C592-6205-ED1073D0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F95B3F-908B-8345-7871-D77060846FC8}"/>
              </a:ext>
            </a:extLst>
          </p:cNvPr>
          <p:cNvSpPr txBox="1"/>
          <p:nvPr/>
        </p:nvSpPr>
        <p:spPr>
          <a:xfrm>
            <a:off x="830084" y="1084833"/>
            <a:ext cx="9799815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effectLst/>
              </a:rPr>
              <a:t>If you use GIT, know that</a:t>
            </a:r>
            <a:endParaRPr lang="en-US" dirty="0">
              <a:solidFill>
                <a:srgbClr val="CCCCC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developer will have a minimum of 1 copy of the dev repository.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Since Git is consider every source as plain text file. It is required to Maintain the sources in IFS.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need to know how to compile from IFS. There are paid tools like </a:t>
            </a:r>
            <a:r>
              <a:rPr lang="en-US" sz="1600" i="1" dirty="0" err="1"/>
              <a:t>iForGit</a:t>
            </a:r>
            <a:r>
              <a:rPr lang="en-US" sz="1600" i="1" dirty="0"/>
              <a:t> </a:t>
            </a:r>
            <a:r>
              <a:rPr lang="en-US" sz="1600" dirty="0"/>
              <a:t>that bridges the gap b/w IFS and Traditional Source Files. But it is a good skill to have. </a:t>
            </a:r>
            <a:endParaRPr lang="en-US" sz="16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will lose the ability to color code comments. But it is for greater good.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Some source audit information will be lost, such as “info about compiled from which source physical file”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Git and GitHub are different applications. Git is mostly used by Developers, while GitHub is widely used by Project Managers and Team Leads.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can only manage the source code and it </a:t>
            </a:r>
            <a:r>
              <a:rPr lang="en-US" sz="1600" i="1" dirty="0"/>
              <a:t>cannot compile, find dependent objects, test the code, do impact analysis, do deployment </a:t>
            </a:r>
            <a:r>
              <a:rPr lang="en-US" sz="1600" dirty="0"/>
              <a:t>(like traditional SCMs for </a:t>
            </a:r>
            <a:r>
              <a:rPr lang="en-US" sz="1600" dirty="0" err="1"/>
              <a:t>IBMi</a:t>
            </a:r>
            <a:r>
              <a:rPr lang="en-US" sz="1600" dirty="0"/>
              <a:t> do)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48DDDA4-DDA9-9697-7E1F-A26ACB1C9B50}"/>
              </a:ext>
            </a:extLst>
          </p:cNvPr>
          <p:cNvGrpSpPr/>
          <p:nvPr/>
        </p:nvGrpSpPr>
        <p:grpSpPr>
          <a:xfrm>
            <a:off x="629110" y="5881665"/>
            <a:ext cx="11258551" cy="616902"/>
            <a:chOff x="373320" y="11920376"/>
            <a:chExt cx="17541357" cy="15446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9E7A65-F8A5-8F21-03F1-6E73FFBA7107}"/>
                </a:ext>
              </a:extLst>
            </p:cNvPr>
            <p:cNvSpPr/>
            <p:nvPr/>
          </p:nvSpPr>
          <p:spPr>
            <a:xfrm>
              <a:off x="373320" y="11920376"/>
              <a:ext cx="17541357" cy="1544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26">
              <a:extLst>
                <a:ext uri="{FF2B5EF4-FFF2-40B4-BE49-F238E27FC236}">
                  <a16:creationId xmlns:a16="http://schemas.microsoft.com/office/drawing/2014/main" id="{7EAA641A-E42E-8103-6AF5-2AD80DA07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449" y="12531163"/>
              <a:ext cx="7411302" cy="92474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9pPr>
            </a:lstStyle>
            <a:p>
              <a:pPr eaLnBrk="1" hangingPunct="1"/>
              <a:r>
                <a:rPr lang="en-IN" altLang="en-US" sz="1800" dirty="0">
                  <a:solidFill>
                    <a:schemeClr val="accent2"/>
                  </a:solidFill>
                  <a:latin typeface="+mj-lt"/>
                  <a:ea typeface="Montserrat" panose="00000500000000000000" pitchFamily="50" charset="0"/>
                  <a:cs typeface="Montserrat" panose="00000500000000000000" pitchFamily="50" charset="0"/>
                </a:rPr>
                <a:t>Programmers.io Confidential and Proprietary</a:t>
              </a:r>
              <a:endParaRPr lang="en-US" altLang="en-US" sz="1800" dirty="0">
                <a:solidFill>
                  <a:schemeClr val="accent2"/>
                </a:solidFill>
                <a:latin typeface="+mj-lt"/>
                <a:ea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4C1D793-FF63-F6CE-1862-DE62247CD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2315" y="12121964"/>
              <a:ext cx="4107183" cy="13339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CD1F55D-D03E-A3EF-4060-A34658510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85" y="223989"/>
            <a:ext cx="9172331" cy="616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lIns="90000" tIns="45000" rIns="90000" bIns="4500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Don’t ‘commit’ to trouble: Git Concerns for </a:t>
            </a:r>
            <a:r>
              <a:rPr lang="en-US" altLang="en-US" sz="2800" dirty="0" err="1">
                <a:solidFill>
                  <a:srgbClr val="FFFFFF"/>
                </a:solidFill>
                <a:latin typeface="Calibri   "/>
              </a:rPr>
              <a:t>IBMi</a:t>
            </a: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 Developers</a:t>
            </a:r>
          </a:p>
        </p:txBody>
      </p:sp>
    </p:spTree>
    <p:extLst>
      <p:ext uri="{BB962C8B-B14F-4D97-AF65-F5344CB8AC3E}">
        <p14:creationId xmlns:p14="http://schemas.microsoft.com/office/powerpoint/2010/main" val="3953193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8A722-ADB5-1A22-4931-03A1A169F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of a person in a suit&#10;&#10;Description automatically generated">
            <a:extLst>
              <a:ext uri="{FF2B5EF4-FFF2-40B4-BE49-F238E27FC236}">
                <a16:creationId xmlns:a16="http://schemas.microsoft.com/office/drawing/2014/main" id="{921A6275-F8E7-184D-A157-4FF5732978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473"/>
          <a:stretch/>
        </p:blipFill>
        <p:spPr>
          <a:xfrm>
            <a:off x="9113444" y="2642673"/>
            <a:ext cx="2636109" cy="28295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8D2A41-0CCF-DF57-DFF9-B5F924346E31}"/>
              </a:ext>
            </a:extLst>
          </p:cNvPr>
          <p:cNvSpPr txBox="1"/>
          <p:nvPr/>
        </p:nvSpPr>
        <p:spPr>
          <a:xfrm>
            <a:off x="830084" y="1084833"/>
            <a:ext cx="1091946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effectLst/>
              </a:rPr>
              <a:t>Jenkins is an open-source automation server that can be installed on </a:t>
            </a:r>
            <a:r>
              <a:rPr lang="en-US" b="1" dirty="0" err="1">
                <a:solidFill>
                  <a:srgbClr val="569CD6"/>
                </a:solidFill>
                <a:effectLst/>
              </a:rPr>
              <a:t>IBMi</a:t>
            </a:r>
            <a:r>
              <a:rPr lang="en-US" b="1" dirty="0">
                <a:solidFill>
                  <a:srgbClr val="569CD6"/>
                </a:solidFill>
                <a:effectLst/>
              </a:rPr>
              <a:t>.</a:t>
            </a:r>
            <a:endParaRPr lang="en-US" b="1" dirty="0">
              <a:solidFill>
                <a:srgbClr val="569CD6"/>
              </a:solidFill>
            </a:endParaRPr>
          </a:p>
          <a:p>
            <a:r>
              <a:rPr lang="en-US" dirty="0"/>
              <a:t>Jenkins,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Provide Continuous Integration: Keeps an eye on Git. Upon new commit, it can trigger automated builds.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provide Continuous Delivery: Coordinates deployment pipeline by performing deployment scripts.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arrange test cases, enables test report generation &amp; alerts developers to failed test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automate the Deployment life cycle by setting up rolling updates and releases.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scaled up easily to handle large projects/workloads.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provide Infrastructure as Code (</a:t>
            </a:r>
            <a:r>
              <a:rPr lang="en-US" dirty="0" err="1"/>
              <a:t>IaC</a:t>
            </a:r>
            <a:r>
              <a:rPr lang="en-US" dirty="0"/>
              <a:t>) when coupled with tools like Ansible &amp; Terraform.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629C30-C378-95C3-B118-DF792FDDFE61}"/>
              </a:ext>
            </a:extLst>
          </p:cNvPr>
          <p:cNvGrpSpPr/>
          <p:nvPr/>
        </p:nvGrpSpPr>
        <p:grpSpPr>
          <a:xfrm>
            <a:off x="629110" y="5881665"/>
            <a:ext cx="11258551" cy="616902"/>
            <a:chOff x="373320" y="11920376"/>
            <a:chExt cx="17541357" cy="15446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14AAB33-0991-A06C-74BE-2F1D9341CC18}"/>
                </a:ext>
              </a:extLst>
            </p:cNvPr>
            <p:cNvSpPr/>
            <p:nvPr/>
          </p:nvSpPr>
          <p:spPr>
            <a:xfrm>
              <a:off x="373320" y="11920376"/>
              <a:ext cx="17541357" cy="1544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26">
              <a:extLst>
                <a:ext uri="{FF2B5EF4-FFF2-40B4-BE49-F238E27FC236}">
                  <a16:creationId xmlns:a16="http://schemas.microsoft.com/office/drawing/2014/main" id="{8E445013-F7EE-E1D8-9F0A-1E0411F30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449" y="12531163"/>
              <a:ext cx="7411302" cy="92474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9pPr>
            </a:lstStyle>
            <a:p>
              <a:pPr eaLnBrk="1" hangingPunct="1"/>
              <a:r>
                <a:rPr lang="en-IN" altLang="en-US" sz="1800" dirty="0">
                  <a:solidFill>
                    <a:schemeClr val="accent2"/>
                  </a:solidFill>
                  <a:latin typeface="+mj-lt"/>
                  <a:ea typeface="Montserrat" panose="00000500000000000000" pitchFamily="50" charset="0"/>
                  <a:cs typeface="Montserrat" panose="00000500000000000000" pitchFamily="50" charset="0"/>
                </a:rPr>
                <a:t>Programmers.io Confidential and Proprietary</a:t>
              </a:r>
              <a:endParaRPr lang="en-US" altLang="en-US" sz="1800" dirty="0">
                <a:solidFill>
                  <a:schemeClr val="accent2"/>
                </a:solidFill>
                <a:latin typeface="+mj-lt"/>
                <a:ea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796CCCD-FBD4-025C-68EE-46316FDB6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2315" y="12121964"/>
              <a:ext cx="4107183" cy="13339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7DA787D-4006-A211-E700-E2F3A2A6B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85" y="223989"/>
            <a:ext cx="6199365" cy="616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lIns="90000" tIns="45000" rIns="90000" bIns="4500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Automate much? Make way for Jenkins</a:t>
            </a:r>
          </a:p>
        </p:txBody>
      </p:sp>
    </p:spTree>
    <p:extLst>
      <p:ext uri="{BB962C8B-B14F-4D97-AF65-F5344CB8AC3E}">
        <p14:creationId xmlns:p14="http://schemas.microsoft.com/office/powerpoint/2010/main" val="2888951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4540-ED2C-AE8C-79F7-0B8856DF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339EBCC-EAC3-270E-A514-334C34AA4324}"/>
              </a:ext>
            </a:extLst>
          </p:cNvPr>
          <p:cNvGrpSpPr/>
          <p:nvPr/>
        </p:nvGrpSpPr>
        <p:grpSpPr>
          <a:xfrm>
            <a:off x="629110" y="5881665"/>
            <a:ext cx="11258551" cy="616902"/>
            <a:chOff x="373320" y="11920376"/>
            <a:chExt cx="17541357" cy="15446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D404CB2-24F6-9225-2CA3-2390A7FF80A7}"/>
                </a:ext>
              </a:extLst>
            </p:cNvPr>
            <p:cNvSpPr/>
            <p:nvPr/>
          </p:nvSpPr>
          <p:spPr>
            <a:xfrm>
              <a:off x="373320" y="11920376"/>
              <a:ext cx="17541357" cy="1544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26">
              <a:extLst>
                <a:ext uri="{FF2B5EF4-FFF2-40B4-BE49-F238E27FC236}">
                  <a16:creationId xmlns:a16="http://schemas.microsoft.com/office/drawing/2014/main" id="{0A680238-9213-EB70-635D-C0C04DD5F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449" y="12531163"/>
              <a:ext cx="7411302" cy="92474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9pPr>
            </a:lstStyle>
            <a:p>
              <a:pPr eaLnBrk="1" hangingPunct="1"/>
              <a:r>
                <a:rPr lang="en-IN" altLang="en-US" sz="1800" dirty="0">
                  <a:solidFill>
                    <a:schemeClr val="accent2"/>
                  </a:solidFill>
                  <a:latin typeface="+mj-lt"/>
                  <a:ea typeface="Montserrat" panose="00000500000000000000" pitchFamily="50" charset="0"/>
                  <a:cs typeface="Montserrat" panose="00000500000000000000" pitchFamily="50" charset="0"/>
                </a:rPr>
                <a:t>Programmers.io Confidential and Proprietary</a:t>
              </a:r>
              <a:endParaRPr lang="en-US" altLang="en-US" sz="1800" dirty="0">
                <a:solidFill>
                  <a:schemeClr val="accent2"/>
                </a:solidFill>
                <a:latin typeface="+mj-lt"/>
                <a:ea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BDC9338-D435-B1ED-AB7A-BFEC709FD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2315" y="12121964"/>
              <a:ext cx="4107183" cy="13339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A1B65F3-F01A-845F-68E3-7498AB4E1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85" y="223989"/>
            <a:ext cx="6199365" cy="616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lIns="90000" tIns="45000" rIns="90000" bIns="4500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A modern workflow for </a:t>
            </a:r>
            <a:r>
              <a:rPr lang="en-US" altLang="en-US" sz="2800" dirty="0" err="1">
                <a:solidFill>
                  <a:srgbClr val="FFFFFF"/>
                </a:solidFill>
                <a:latin typeface="Calibri   "/>
              </a:rPr>
              <a:t>IBMi</a:t>
            </a: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 developer.</a:t>
            </a:r>
          </a:p>
        </p:txBody>
      </p:sp>
      <p:pic>
        <p:nvPicPr>
          <p:cNvPr id="3" name="Picture 2" descr="A diagram of a devops workflow&#10;&#10;Description automatically generated">
            <a:extLst>
              <a:ext uri="{FF2B5EF4-FFF2-40B4-BE49-F238E27FC236}">
                <a16:creationId xmlns:a16="http://schemas.microsoft.com/office/drawing/2014/main" id="{3D438F21-A04C-4EE7-CD26-23A9CD535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10" y="956626"/>
            <a:ext cx="10680441" cy="523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25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764CA-376F-428C-B3CF-C1C210662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F022285-397A-F915-B65A-60DD2D02EF5B}"/>
              </a:ext>
            </a:extLst>
          </p:cNvPr>
          <p:cNvGrpSpPr/>
          <p:nvPr/>
        </p:nvGrpSpPr>
        <p:grpSpPr>
          <a:xfrm>
            <a:off x="629110" y="5881665"/>
            <a:ext cx="11258551" cy="616902"/>
            <a:chOff x="373320" y="11920376"/>
            <a:chExt cx="17541357" cy="15446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5C2D43-2B03-844A-A388-555F036A9769}"/>
                </a:ext>
              </a:extLst>
            </p:cNvPr>
            <p:cNvSpPr/>
            <p:nvPr/>
          </p:nvSpPr>
          <p:spPr>
            <a:xfrm>
              <a:off x="373320" y="11920376"/>
              <a:ext cx="17541357" cy="1544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26">
              <a:extLst>
                <a:ext uri="{FF2B5EF4-FFF2-40B4-BE49-F238E27FC236}">
                  <a16:creationId xmlns:a16="http://schemas.microsoft.com/office/drawing/2014/main" id="{CB06093A-C443-491A-CD02-57D8B49DF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449" y="12531163"/>
              <a:ext cx="7411302" cy="92474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anose="020F0502020204030203" pitchFamily="34" charset="0"/>
                </a:defRPr>
              </a:lvl9pPr>
            </a:lstStyle>
            <a:p>
              <a:pPr eaLnBrk="1" hangingPunct="1"/>
              <a:r>
                <a:rPr lang="en-IN" altLang="en-US" sz="1800" dirty="0">
                  <a:solidFill>
                    <a:schemeClr val="accent2"/>
                  </a:solidFill>
                  <a:latin typeface="+mj-lt"/>
                  <a:ea typeface="Montserrat" panose="00000500000000000000" pitchFamily="50" charset="0"/>
                  <a:cs typeface="Montserrat" panose="00000500000000000000" pitchFamily="50" charset="0"/>
                </a:rPr>
                <a:t>Programmers.io Confidential and Proprietary</a:t>
              </a:r>
              <a:endParaRPr lang="en-US" altLang="en-US" sz="1800" dirty="0">
                <a:solidFill>
                  <a:schemeClr val="accent2"/>
                </a:solidFill>
                <a:latin typeface="+mj-lt"/>
                <a:ea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342173E-BA2B-CA64-526B-558191876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2315" y="12121964"/>
              <a:ext cx="4107183" cy="13339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E0B0B39-080E-ECFD-4F1D-9A6578474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086" y="223989"/>
            <a:ext cx="2202364" cy="6169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txBody>
          <a:bodyPr wrap="none" lIns="90000" tIns="45000" rIns="90000" bIns="4500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Tahoma" panose="020B0604030504040204" pitchFamily="34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en-US" sz="2800" dirty="0">
                <a:solidFill>
                  <a:srgbClr val="FFFFFF"/>
                </a:solidFill>
                <a:latin typeface="Calibri   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0ADF87-347A-C953-1D68-EF2CFBDA3393}"/>
              </a:ext>
            </a:extLst>
          </p:cNvPr>
          <p:cNvSpPr txBox="1"/>
          <p:nvPr/>
        </p:nvSpPr>
        <p:spPr>
          <a:xfrm>
            <a:off x="830085" y="1084833"/>
            <a:ext cx="609755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 Jenkins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3"/>
              </a:rPr>
              <a:t>Getting started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 with Jenkins.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Create Jenkins </a:t>
            </a:r>
            <a:r>
              <a:rPr lang="en-US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4"/>
              </a:rPr>
              <a:t>pipeline</a:t>
            </a:r>
            <a:endParaRPr lang="en-US" sz="1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5"/>
              </a:rPr>
              <a:t>Setup Jenkins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 on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Helvetica Neue"/>
              </a:rPr>
              <a:t>IBMi</a:t>
            </a:r>
            <a:endParaRPr lang="en-US" sz="1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Helvetica Neue"/>
              </a:rPr>
              <a:t>GitBucket</a:t>
            </a:r>
            <a:endParaRPr lang="en-US" sz="1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A VCS that can be hosted within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Helvetica Neue"/>
              </a:rPr>
              <a:t>IBMi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. Click </a:t>
            </a:r>
            <a:r>
              <a:rPr lang="en-US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6"/>
              </a:rPr>
              <a:t>here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 to learn more.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 Source Orbit ()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 err="1">
                <a:solidFill>
                  <a:srgbClr val="333333"/>
                </a:solidFill>
                <a:effectLst/>
                <a:latin typeface="Helvetica Neue"/>
              </a:rPr>
              <a:t>Defintion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 of </a:t>
            </a:r>
            <a:r>
              <a:rPr lang="en-US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7"/>
              </a:rPr>
              <a:t>Source Orbit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 - a dependency management system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A </a:t>
            </a:r>
            <a:r>
              <a:rPr lang="en-US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8"/>
              </a:rPr>
              <a:t>blog post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 by Liam Barry that tells about the SO -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Helvetica Neue"/>
              </a:rPr>
              <a:t>SourceOrbit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Helvetica Neue"/>
              </a:rPr>
              <a:t>IBMi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 - CI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A built in CI tool within </a:t>
            </a:r>
            <a:r>
              <a:rPr lang="en-US" sz="1400" b="0" i="0" dirty="0" err="1">
                <a:solidFill>
                  <a:srgbClr val="333333"/>
                </a:solidFill>
                <a:effectLst/>
                <a:latin typeface="Helvetica Neue"/>
              </a:rPr>
              <a:t>IBMi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. See it in action </a:t>
            </a:r>
            <a:r>
              <a:rPr lang="en-US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9"/>
              </a:rPr>
              <a:t>here</a:t>
            </a:r>
            <a:endParaRPr lang="en-US" sz="14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Learn more about </a:t>
            </a:r>
            <a:r>
              <a:rPr lang="en-US" sz="1400" b="0" i="0" u="none" strike="noStrike" dirty="0" err="1">
                <a:solidFill>
                  <a:srgbClr val="0088CC"/>
                </a:solidFill>
                <a:effectLst/>
                <a:latin typeface="Helvetica Neue"/>
                <a:hlinkClick r:id="rId10"/>
              </a:rPr>
              <a:t>IBMi</a:t>
            </a:r>
            <a:r>
              <a:rPr lang="en-US" sz="1400" b="0" i="0" u="none" strike="noStrike" dirty="0">
                <a:solidFill>
                  <a:srgbClr val="0088CC"/>
                </a:solidFill>
                <a:effectLst/>
                <a:latin typeface="Helvetica Neue"/>
                <a:hlinkClick r:id="rId10"/>
              </a:rPr>
              <a:t>-CI</a:t>
            </a:r>
            <a:endParaRPr lang="en-US" sz="1400" b="0" i="0" u="none" strike="noStrike" dirty="0">
              <a:solidFill>
                <a:srgbClr val="0088CC"/>
              </a:solidFill>
              <a:effectLst/>
              <a:latin typeface="Helvetica 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333333"/>
                </a:solidFill>
                <a:effectLst/>
                <a:latin typeface="Helvetica Neue"/>
              </a:rPr>
              <a:t>GIT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 Crash Course </a:t>
            </a:r>
            <a:r>
              <a:rPr lang="en-US" sz="1400" dirty="0">
                <a:solidFill>
                  <a:srgbClr val="333333"/>
                </a:solidFill>
                <a:latin typeface="Helvetica Neue"/>
                <a:hlinkClick r:id="rId11"/>
              </a:rPr>
              <a:t>YouTube video </a:t>
            </a:r>
            <a:r>
              <a:rPr lang="en-US" sz="1400" dirty="0">
                <a:solidFill>
                  <a:srgbClr val="333333"/>
                </a:solidFill>
                <a:latin typeface="Helvetica Neue"/>
              </a:rPr>
              <a:t>about GIT</a:t>
            </a:r>
            <a:endParaRPr lang="en-US" sz="14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673372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1EC9FA-40B1-4BB6-A853-F743CC317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2" y="1834150"/>
            <a:ext cx="4047843" cy="182152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D79748E-0E43-9B86-383D-6B4C92D09E5D}"/>
              </a:ext>
            </a:extLst>
          </p:cNvPr>
          <p:cNvSpPr txBox="1">
            <a:spLocks/>
          </p:cNvSpPr>
          <p:nvPr/>
        </p:nvSpPr>
        <p:spPr>
          <a:xfrm>
            <a:off x="6592164" y="1074832"/>
            <a:ext cx="464525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98271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3314088-60db-4a22-969a-9bb9476d177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008EE04551664E99EE517CC9492B21" ma:contentTypeVersion="15" ma:contentTypeDescription="Create a new document." ma:contentTypeScope="" ma:versionID="cd88482bd8e14b9f7a01235aad4a4f49">
  <xsd:schema xmlns:xsd="http://www.w3.org/2001/XMLSchema" xmlns:xs="http://www.w3.org/2001/XMLSchema" xmlns:p="http://schemas.microsoft.com/office/2006/metadata/properties" xmlns:ns3="33314088-60db-4a22-969a-9bb9476d1771" xmlns:ns4="44b119f1-e575-4f2a-9ac9-d12be3ecff41" targetNamespace="http://schemas.microsoft.com/office/2006/metadata/properties" ma:root="true" ma:fieldsID="464f4138993d4c5dc616436e66b8c209" ns3:_="" ns4:_="">
    <xsd:import namespace="33314088-60db-4a22-969a-9bb9476d1771"/>
    <xsd:import namespace="44b119f1-e575-4f2a-9ac9-d12be3ecff41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14088-60db-4a22-969a-9bb9476d1771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b119f1-e575-4f2a-9ac9-d12be3ecff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7AF218-50EE-4143-8163-B3A788E8FC81}">
  <ds:schemaRefs>
    <ds:schemaRef ds:uri="http://purl.org/dc/dcmitype/"/>
    <ds:schemaRef ds:uri="http://purl.org/dc/elements/1.1/"/>
    <ds:schemaRef ds:uri="http://schemas.microsoft.com/office/2006/metadata/properties"/>
    <ds:schemaRef ds:uri="44b119f1-e575-4f2a-9ac9-d12be3ecff41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33314088-60db-4a22-969a-9bb9476d177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0A7A02C-8472-44A3-BDE2-46E1BA4C22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F384F0-795B-4130-B7B5-CF497B8428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314088-60db-4a22-969a-9bb9476d1771"/>
    <ds:schemaRef ds:uri="44b119f1-e575-4f2a-9ac9-d12be3ecff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3326</TotalTime>
  <Words>871</Words>
  <Application>Microsoft Office PowerPoint</Application>
  <PresentationFormat>Widescreen</PresentationFormat>
  <Paragraphs>140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 </vt:lpstr>
      <vt:lpstr>Calibri   </vt:lpstr>
      <vt:lpstr>Calibri Light</vt:lpstr>
      <vt:lpstr>Helvetica Neue</vt:lpstr>
      <vt:lpstr>Tahoma</vt:lpstr>
      <vt:lpstr>Office Theme</vt:lpstr>
      <vt:lpstr>A Modern Approach to take the Development on IBMi to the next level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Mystery of IBM i Db2</dc:title>
  <dc:creator>Ravisankar Pandian</dc:creator>
  <cp:lastModifiedBy>Ravisankar Pandian</cp:lastModifiedBy>
  <cp:revision>14</cp:revision>
  <dcterms:created xsi:type="dcterms:W3CDTF">2023-01-18T08:56:49Z</dcterms:created>
  <dcterms:modified xsi:type="dcterms:W3CDTF">2024-09-11T06:04:27Z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0x0101001D008EE04551664E99EE517CC9492B21</vt:lpwstr>
  </property>
</Properties>
</file>